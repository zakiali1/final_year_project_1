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04" r:id="rId1"/>
  </p:sldMasterIdLst>
  <p:notesMasterIdLst>
    <p:notesMasterId r:id="rId12"/>
  </p:notesMasterIdLst>
  <p:sldIdLst>
    <p:sldId id="26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Bookman Old Style" panose="02050604050505020204" pitchFamily="18" charset="0"/>
      <p:regular r:id="rId13"/>
      <p:bold r:id="rId14"/>
      <p:italic r:id="rId15"/>
      <p:boldItalic r:id="rId16"/>
    </p:embeddedFont>
    <p:embeddedFont>
      <p:font typeface="Cambria Math" panose="02040503050406030204" pitchFamily="18" charset="0"/>
      <p:regular r:id="rId17"/>
    </p:embeddedFont>
    <p:embeddedFont>
      <p:font typeface="Century Gothic" panose="020B0502020202020204" pitchFamily="34" charset="0"/>
      <p:regular r:id="rId18"/>
      <p:bold r:id="rId19"/>
      <p:italic r:id="rId20"/>
      <p:boldItalic r:id="rId21"/>
    </p:embeddedFont>
    <p:embeddedFont>
      <p:font typeface="Merriweather" panose="00000500000000000000" pitchFamily="2" charset="0"/>
      <p:regular r:id="rId22"/>
      <p:bold r:id="rId23"/>
      <p:italic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33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kiya Ali" userId="acb106a736e77519" providerId="LiveId" clId="{D7161E9E-3BCB-4A90-B996-AF5B9A555475}"/>
    <pc:docChg chg="undo custSel addSld delSld modSld sldOrd modMainMaster">
      <pc:chgData name="Zakiya Ali" userId="acb106a736e77519" providerId="LiveId" clId="{D7161E9E-3BCB-4A90-B996-AF5B9A555475}" dt="2026-02-06T03:37:20.203" v="1031" actId="1076"/>
      <pc:docMkLst>
        <pc:docMk/>
      </pc:docMkLst>
      <pc:sldChg chg="delSp modSp mod setBg">
        <pc:chgData name="Zakiya Ali" userId="acb106a736e77519" providerId="LiveId" clId="{D7161E9E-3BCB-4A90-B996-AF5B9A555475}" dt="2026-02-06T03:35:35.295" v="1023" actId="255"/>
        <pc:sldMkLst>
          <pc:docMk/>
          <pc:sldMk cId="0" sldId="257"/>
        </pc:sldMkLst>
        <pc:spChg chg="mod">
          <ac:chgData name="Zakiya Ali" userId="acb106a736e77519" providerId="LiveId" clId="{D7161E9E-3BCB-4A90-B996-AF5B9A555475}" dt="2026-02-03T13:59:10.684" v="1006" actId="207"/>
          <ac:spMkLst>
            <pc:docMk/>
            <pc:sldMk cId="0" sldId="257"/>
            <ac:spMk id="3" creationId="{00000000-0000-0000-0000-000000000000}"/>
          </ac:spMkLst>
        </pc:spChg>
        <pc:spChg chg="mod">
          <ac:chgData name="Zakiya Ali" userId="acb106a736e77519" providerId="LiveId" clId="{D7161E9E-3BCB-4A90-B996-AF5B9A555475}" dt="2026-02-06T03:34:23.816" v="1017" actId="14100"/>
          <ac:spMkLst>
            <pc:docMk/>
            <pc:sldMk cId="0" sldId="257"/>
            <ac:spMk id="4" creationId="{00000000-0000-0000-0000-000000000000}"/>
          </ac:spMkLst>
        </pc:spChg>
        <pc:spChg chg="mod">
          <ac:chgData name="Zakiya Ali" userId="acb106a736e77519" providerId="LiveId" clId="{D7161E9E-3BCB-4A90-B996-AF5B9A555475}" dt="2026-02-06T03:35:22.941" v="1021" actId="255"/>
          <ac:spMkLst>
            <pc:docMk/>
            <pc:sldMk cId="0" sldId="257"/>
            <ac:spMk id="5" creationId="{00000000-0000-0000-0000-000000000000}"/>
          </ac:spMkLst>
        </pc:spChg>
        <pc:spChg chg="mod">
          <ac:chgData name="Zakiya Ali" userId="acb106a736e77519" providerId="LiveId" clId="{D7161E9E-3BCB-4A90-B996-AF5B9A555475}" dt="2026-02-06T03:34:15.743" v="1016" actId="1076"/>
          <ac:spMkLst>
            <pc:docMk/>
            <pc:sldMk cId="0" sldId="257"/>
            <ac:spMk id="6" creationId="{00000000-0000-0000-0000-000000000000}"/>
          </ac:spMkLst>
        </pc:spChg>
        <pc:spChg chg="mod">
          <ac:chgData name="Zakiya Ali" userId="acb106a736e77519" providerId="LiveId" clId="{D7161E9E-3BCB-4A90-B996-AF5B9A555475}" dt="2026-02-06T03:35:35.295" v="1023" actId="255"/>
          <ac:spMkLst>
            <pc:docMk/>
            <pc:sldMk cId="0" sldId="257"/>
            <ac:spMk id="7" creationId="{00000000-0000-0000-0000-000000000000}"/>
          </ac:spMkLst>
        </pc:spChg>
        <pc:picChg chg="del">
          <ac:chgData name="Zakiya Ali" userId="acb106a736e77519" providerId="LiveId" clId="{D7161E9E-3BCB-4A90-B996-AF5B9A555475}" dt="2026-02-06T03:33:53.927" v="1014" actId="478"/>
          <ac:picMkLst>
            <pc:docMk/>
            <pc:sldMk cId="0" sldId="257"/>
            <ac:picMk id="2" creationId="{00000000-0000-0000-0000-000000000000}"/>
          </ac:picMkLst>
        </pc:picChg>
      </pc:sldChg>
      <pc:sldChg chg="delSp modSp mod setBg">
        <pc:chgData name="Zakiya Ali" userId="acb106a736e77519" providerId="LiveId" clId="{D7161E9E-3BCB-4A90-B996-AF5B9A555475}" dt="2026-02-03T13:56:57.567" v="994"/>
        <pc:sldMkLst>
          <pc:docMk/>
          <pc:sldMk cId="0" sldId="258"/>
        </pc:sldMkLst>
        <pc:spChg chg="mod">
          <ac:chgData name="Zakiya Ali" userId="acb106a736e77519" providerId="LiveId" clId="{D7161E9E-3BCB-4A90-B996-AF5B9A555475}" dt="2026-02-03T12:43:12.274" v="166" actId="255"/>
          <ac:spMkLst>
            <pc:docMk/>
            <pc:sldMk cId="0" sldId="258"/>
            <ac:spMk id="2" creationId="{00000000-0000-0000-0000-000000000000}"/>
          </ac:spMkLst>
        </pc:spChg>
        <pc:spChg chg="mod">
          <ac:chgData name="Zakiya Ali" userId="acb106a736e77519" providerId="LiveId" clId="{D7161E9E-3BCB-4A90-B996-AF5B9A555475}" dt="2026-02-03T12:43:28.017" v="168" actId="255"/>
          <ac:spMkLst>
            <pc:docMk/>
            <pc:sldMk cId="0" sldId="258"/>
            <ac:spMk id="3" creationId="{00000000-0000-0000-0000-000000000000}"/>
          </ac:spMkLst>
        </pc:spChg>
        <pc:spChg chg="mod">
          <ac:chgData name="Zakiya Ali" userId="acb106a736e77519" providerId="LiveId" clId="{D7161E9E-3BCB-4A90-B996-AF5B9A555475}" dt="2026-02-03T12:43:41.909" v="170" actId="255"/>
          <ac:spMkLst>
            <pc:docMk/>
            <pc:sldMk cId="0" sldId="258"/>
            <ac:spMk id="4" creationId="{00000000-0000-0000-0000-000000000000}"/>
          </ac:spMkLst>
        </pc:spChg>
      </pc:sldChg>
      <pc:sldChg chg="delSp modSp mod setBg">
        <pc:chgData name="Zakiya Ali" userId="acb106a736e77519" providerId="LiveId" clId="{D7161E9E-3BCB-4A90-B996-AF5B9A555475}" dt="2026-02-03T13:50:05.928" v="507"/>
        <pc:sldMkLst>
          <pc:docMk/>
          <pc:sldMk cId="0" sldId="259"/>
        </pc:sldMkLst>
        <pc:spChg chg="mod">
          <ac:chgData name="Zakiya Ali" userId="acb106a736e77519" providerId="LiveId" clId="{D7161E9E-3BCB-4A90-B996-AF5B9A555475}" dt="2026-02-03T12:42:51.663" v="164" actId="255"/>
          <ac:spMkLst>
            <pc:docMk/>
            <pc:sldMk cId="0" sldId="259"/>
            <ac:spMk id="3" creationId="{00000000-0000-0000-0000-000000000000}"/>
          </ac:spMkLst>
        </pc:spChg>
        <pc:spChg chg="mod">
          <ac:chgData name="Zakiya Ali" userId="acb106a736e77519" providerId="LiveId" clId="{D7161E9E-3BCB-4A90-B996-AF5B9A555475}" dt="2026-02-03T12:40:46.575" v="157" actId="207"/>
          <ac:spMkLst>
            <pc:docMk/>
            <pc:sldMk cId="0" sldId="259"/>
            <ac:spMk id="4" creationId="{00000000-0000-0000-0000-000000000000}"/>
          </ac:spMkLst>
        </pc:spChg>
        <pc:spChg chg="mod">
          <ac:chgData name="Zakiya Ali" userId="acb106a736e77519" providerId="LiveId" clId="{D7161E9E-3BCB-4A90-B996-AF5B9A555475}" dt="2026-02-03T12:42:07.767" v="162" actId="207"/>
          <ac:spMkLst>
            <pc:docMk/>
            <pc:sldMk cId="0" sldId="259"/>
            <ac:spMk id="5" creationId="{00000000-0000-0000-0000-000000000000}"/>
          </ac:spMkLst>
        </pc:spChg>
        <pc:spChg chg="mod">
          <ac:chgData name="Zakiya Ali" userId="acb106a736e77519" providerId="LiveId" clId="{D7161E9E-3BCB-4A90-B996-AF5B9A555475}" dt="2026-02-03T12:39:23.652" v="151" actId="255"/>
          <ac:spMkLst>
            <pc:docMk/>
            <pc:sldMk cId="0" sldId="259"/>
            <ac:spMk id="6" creationId="{00000000-0000-0000-0000-000000000000}"/>
          </ac:spMkLst>
        </pc:spChg>
        <pc:spChg chg="mod">
          <ac:chgData name="Zakiya Ali" userId="acb106a736e77519" providerId="LiveId" clId="{D7161E9E-3BCB-4A90-B996-AF5B9A555475}" dt="2026-02-03T12:38:48.715" v="147" actId="2711"/>
          <ac:spMkLst>
            <pc:docMk/>
            <pc:sldMk cId="0" sldId="259"/>
            <ac:spMk id="7" creationId="{00000000-0000-0000-0000-000000000000}"/>
          </ac:spMkLst>
        </pc:spChg>
        <pc:spChg chg="mod">
          <ac:chgData name="Zakiya Ali" userId="acb106a736e77519" providerId="LiveId" clId="{D7161E9E-3BCB-4A90-B996-AF5B9A555475}" dt="2026-02-03T12:40:53.868" v="158" actId="207"/>
          <ac:spMkLst>
            <pc:docMk/>
            <pc:sldMk cId="0" sldId="259"/>
            <ac:spMk id="8" creationId="{00000000-0000-0000-0000-000000000000}"/>
          </ac:spMkLst>
        </pc:spChg>
        <pc:spChg chg="mod">
          <ac:chgData name="Zakiya Ali" userId="acb106a736e77519" providerId="LiveId" clId="{D7161E9E-3BCB-4A90-B996-AF5B9A555475}" dt="2026-02-03T12:41:58.646" v="161" actId="207"/>
          <ac:spMkLst>
            <pc:docMk/>
            <pc:sldMk cId="0" sldId="259"/>
            <ac:spMk id="9" creationId="{00000000-0000-0000-0000-000000000000}"/>
          </ac:spMkLst>
        </pc:spChg>
        <pc:spChg chg="mod">
          <ac:chgData name="Zakiya Ali" userId="acb106a736e77519" providerId="LiveId" clId="{D7161E9E-3BCB-4A90-B996-AF5B9A555475}" dt="2026-02-03T12:39:37.951" v="153" actId="255"/>
          <ac:spMkLst>
            <pc:docMk/>
            <pc:sldMk cId="0" sldId="259"/>
            <ac:spMk id="10" creationId="{00000000-0000-0000-0000-000000000000}"/>
          </ac:spMkLst>
        </pc:spChg>
        <pc:spChg chg="mod">
          <ac:chgData name="Zakiya Ali" userId="acb106a736e77519" providerId="LiveId" clId="{D7161E9E-3BCB-4A90-B996-AF5B9A555475}" dt="2026-02-03T12:38:57.468" v="148" actId="2711"/>
          <ac:spMkLst>
            <pc:docMk/>
            <pc:sldMk cId="0" sldId="259"/>
            <ac:spMk id="11" creationId="{00000000-0000-0000-0000-000000000000}"/>
          </ac:spMkLst>
        </pc:spChg>
        <pc:spChg chg="mod">
          <ac:chgData name="Zakiya Ali" userId="acb106a736e77519" providerId="LiveId" clId="{D7161E9E-3BCB-4A90-B996-AF5B9A555475}" dt="2026-02-03T12:41:34.657" v="159" actId="207"/>
          <ac:spMkLst>
            <pc:docMk/>
            <pc:sldMk cId="0" sldId="259"/>
            <ac:spMk id="12" creationId="{00000000-0000-0000-0000-000000000000}"/>
          </ac:spMkLst>
        </pc:spChg>
        <pc:spChg chg="mod">
          <ac:chgData name="Zakiya Ali" userId="acb106a736e77519" providerId="LiveId" clId="{D7161E9E-3BCB-4A90-B996-AF5B9A555475}" dt="2026-02-03T12:41:50.789" v="160" actId="207"/>
          <ac:spMkLst>
            <pc:docMk/>
            <pc:sldMk cId="0" sldId="259"/>
            <ac:spMk id="13" creationId="{00000000-0000-0000-0000-000000000000}"/>
          </ac:spMkLst>
        </pc:spChg>
        <pc:spChg chg="mod">
          <ac:chgData name="Zakiya Ali" userId="acb106a736e77519" providerId="LiveId" clId="{D7161E9E-3BCB-4A90-B996-AF5B9A555475}" dt="2026-02-03T12:39:54.214" v="155" actId="255"/>
          <ac:spMkLst>
            <pc:docMk/>
            <pc:sldMk cId="0" sldId="259"/>
            <ac:spMk id="14" creationId="{00000000-0000-0000-0000-000000000000}"/>
          </ac:spMkLst>
        </pc:spChg>
        <pc:spChg chg="mod">
          <ac:chgData name="Zakiya Ali" userId="acb106a736e77519" providerId="LiveId" clId="{D7161E9E-3BCB-4A90-B996-AF5B9A555475}" dt="2026-02-03T12:39:06.595" v="149" actId="2711"/>
          <ac:spMkLst>
            <pc:docMk/>
            <pc:sldMk cId="0" sldId="259"/>
            <ac:spMk id="15" creationId="{00000000-0000-0000-0000-000000000000}"/>
          </ac:spMkLst>
        </pc:spChg>
      </pc:sldChg>
      <pc:sldChg chg="delSp modSp mod setBg">
        <pc:chgData name="Zakiya Ali" userId="acb106a736e77519" providerId="LiveId" clId="{D7161E9E-3BCB-4A90-B996-AF5B9A555475}" dt="2026-02-03T13:56:31.492" v="992"/>
        <pc:sldMkLst>
          <pc:docMk/>
          <pc:sldMk cId="0" sldId="260"/>
        </pc:sldMkLst>
        <pc:spChg chg="mod">
          <ac:chgData name="Zakiya Ali" userId="acb106a736e77519" providerId="LiveId" clId="{D7161E9E-3BCB-4A90-B996-AF5B9A555475}" dt="2026-02-03T12:18:35.343" v="10" actId="207"/>
          <ac:spMkLst>
            <pc:docMk/>
            <pc:sldMk cId="0" sldId="260"/>
            <ac:spMk id="2" creationId="{00000000-0000-0000-0000-000000000000}"/>
          </ac:spMkLst>
        </pc:spChg>
        <pc:spChg chg="mod">
          <ac:chgData name="Zakiya Ali" userId="acb106a736e77519" providerId="LiveId" clId="{D7161E9E-3BCB-4A90-B996-AF5B9A555475}" dt="2026-02-03T12:37:23.114" v="139" actId="2711"/>
          <ac:spMkLst>
            <pc:docMk/>
            <pc:sldMk cId="0" sldId="260"/>
            <ac:spMk id="3" creationId="{00000000-0000-0000-0000-000000000000}"/>
          </ac:spMkLst>
        </pc:spChg>
        <pc:spChg chg="mod">
          <ac:chgData name="Zakiya Ali" userId="acb106a736e77519" providerId="LiveId" clId="{D7161E9E-3BCB-4A90-B996-AF5B9A555475}" dt="2026-02-03T12:37:43.972" v="142" actId="1076"/>
          <ac:spMkLst>
            <pc:docMk/>
            <pc:sldMk cId="0" sldId="260"/>
            <ac:spMk id="4" creationId="{00000000-0000-0000-0000-000000000000}"/>
          </ac:spMkLst>
        </pc:spChg>
        <pc:spChg chg="mod">
          <ac:chgData name="Zakiya Ali" userId="acb106a736e77519" providerId="LiveId" clId="{D7161E9E-3BCB-4A90-B996-AF5B9A555475}" dt="2026-02-03T12:37:36.733" v="141" actId="1076"/>
          <ac:spMkLst>
            <pc:docMk/>
            <pc:sldMk cId="0" sldId="260"/>
            <ac:spMk id="5" creationId="{00000000-0000-0000-0000-000000000000}"/>
          </ac:spMkLst>
        </pc:spChg>
        <pc:spChg chg="mod">
          <ac:chgData name="Zakiya Ali" userId="acb106a736e77519" providerId="LiveId" clId="{D7161E9E-3BCB-4A90-B996-AF5B9A555475}" dt="2026-02-03T12:37:31.836" v="140" actId="1076"/>
          <ac:spMkLst>
            <pc:docMk/>
            <pc:sldMk cId="0" sldId="260"/>
            <ac:spMk id="6" creationId="{00000000-0000-0000-0000-000000000000}"/>
          </ac:spMkLst>
        </pc:spChg>
        <pc:spChg chg="mod">
          <ac:chgData name="Zakiya Ali" userId="acb106a736e77519" providerId="LiveId" clId="{D7161E9E-3BCB-4A90-B996-AF5B9A555475}" dt="2026-02-03T12:38:04.480" v="145" actId="2711"/>
          <ac:spMkLst>
            <pc:docMk/>
            <pc:sldMk cId="0" sldId="260"/>
            <ac:spMk id="7" creationId="{00000000-0000-0000-0000-000000000000}"/>
          </ac:spMkLst>
        </pc:spChg>
        <pc:spChg chg="mod">
          <ac:chgData name="Zakiya Ali" userId="acb106a736e77519" providerId="LiveId" clId="{D7161E9E-3BCB-4A90-B996-AF5B9A555475}" dt="2026-02-03T12:37:56.737" v="144" actId="255"/>
          <ac:spMkLst>
            <pc:docMk/>
            <pc:sldMk cId="0" sldId="260"/>
            <ac:spMk id="8" creationId="{00000000-0000-0000-0000-000000000000}"/>
          </ac:spMkLst>
        </pc:spChg>
      </pc:sldChg>
      <pc:sldChg chg="delSp modSp mod setBg">
        <pc:chgData name="Zakiya Ali" userId="acb106a736e77519" providerId="LiveId" clId="{D7161E9E-3BCB-4A90-B996-AF5B9A555475}" dt="2026-02-06T03:37:20.203" v="1031" actId="1076"/>
        <pc:sldMkLst>
          <pc:docMk/>
          <pc:sldMk cId="0" sldId="261"/>
        </pc:sldMkLst>
        <pc:spChg chg="mod">
          <ac:chgData name="Zakiya Ali" userId="acb106a736e77519" providerId="LiveId" clId="{D7161E9E-3BCB-4A90-B996-AF5B9A555475}" dt="2026-02-03T12:19:25.259" v="17" actId="207"/>
          <ac:spMkLst>
            <pc:docMk/>
            <pc:sldMk cId="0" sldId="261"/>
            <ac:spMk id="3" creationId="{00000000-0000-0000-0000-000000000000}"/>
          </ac:spMkLst>
        </pc:spChg>
        <pc:spChg chg="mod">
          <ac:chgData name="Zakiya Ali" userId="acb106a736e77519" providerId="LiveId" clId="{D7161E9E-3BCB-4A90-B996-AF5B9A555475}" dt="2026-02-06T03:36:52.420" v="1027" actId="255"/>
          <ac:spMkLst>
            <pc:docMk/>
            <pc:sldMk cId="0" sldId="261"/>
            <ac:spMk id="5" creationId="{00000000-0000-0000-0000-000000000000}"/>
          </ac:spMkLst>
        </pc:spChg>
        <pc:spChg chg="mod">
          <ac:chgData name="Zakiya Ali" userId="acb106a736e77519" providerId="LiveId" clId="{D7161E9E-3BCB-4A90-B996-AF5B9A555475}" dt="2026-02-06T03:37:04.357" v="1029" actId="1076"/>
          <ac:spMkLst>
            <pc:docMk/>
            <pc:sldMk cId="0" sldId="261"/>
            <ac:spMk id="7" creationId="{00000000-0000-0000-0000-000000000000}"/>
          </ac:spMkLst>
        </pc:spChg>
        <pc:spChg chg="mod">
          <ac:chgData name="Zakiya Ali" userId="acb106a736e77519" providerId="LiveId" clId="{D7161E9E-3BCB-4A90-B996-AF5B9A555475}" dt="2026-02-06T03:36:59.170" v="1028" actId="1076"/>
          <ac:spMkLst>
            <pc:docMk/>
            <pc:sldMk cId="0" sldId="261"/>
            <ac:spMk id="8" creationId="{00000000-0000-0000-0000-000000000000}"/>
          </ac:spMkLst>
        </pc:spChg>
        <pc:spChg chg="mod">
          <ac:chgData name="Zakiya Ali" userId="acb106a736e77519" providerId="LiveId" clId="{D7161E9E-3BCB-4A90-B996-AF5B9A555475}" dt="2026-02-03T12:35:16.490" v="129" actId="1076"/>
          <ac:spMkLst>
            <pc:docMk/>
            <pc:sldMk cId="0" sldId="261"/>
            <ac:spMk id="10" creationId="{00000000-0000-0000-0000-000000000000}"/>
          </ac:spMkLst>
        </pc:spChg>
        <pc:spChg chg="mod">
          <ac:chgData name="Zakiya Ali" userId="acb106a736e77519" providerId="LiveId" clId="{D7161E9E-3BCB-4A90-B996-AF5B9A555475}" dt="2026-02-06T03:36:37.358" v="1025" actId="255"/>
          <ac:spMkLst>
            <pc:docMk/>
            <pc:sldMk cId="0" sldId="261"/>
            <ac:spMk id="11" creationId="{00000000-0000-0000-0000-000000000000}"/>
          </ac:spMkLst>
        </pc:spChg>
        <pc:spChg chg="mod">
          <ac:chgData name="Zakiya Ali" userId="acb106a736e77519" providerId="LiveId" clId="{D7161E9E-3BCB-4A90-B996-AF5B9A555475}" dt="2026-02-03T12:34:52.524" v="125" actId="1076"/>
          <ac:spMkLst>
            <pc:docMk/>
            <pc:sldMk cId="0" sldId="261"/>
            <ac:spMk id="13" creationId="{00000000-0000-0000-0000-000000000000}"/>
          </ac:spMkLst>
        </pc:spChg>
        <pc:spChg chg="mod">
          <ac:chgData name="Zakiya Ali" userId="acb106a736e77519" providerId="LiveId" clId="{D7161E9E-3BCB-4A90-B996-AF5B9A555475}" dt="2026-02-06T03:36:30.449" v="1024" actId="255"/>
          <ac:spMkLst>
            <pc:docMk/>
            <pc:sldMk cId="0" sldId="261"/>
            <ac:spMk id="14" creationId="{00000000-0000-0000-0000-000000000000}"/>
          </ac:spMkLst>
        </pc:spChg>
        <pc:picChg chg="mod">
          <ac:chgData name="Zakiya Ali" userId="acb106a736e77519" providerId="LiveId" clId="{D7161E9E-3BCB-4A90-B996-AF5B9A555475}" dt="2026-02-06T03:37:09.165" v="1030" actId="1076"/>
          <ac:picMkLst>
            <pc:docMk/>
            <pc:sldMk cId="0" sldId="261"/>
            <ac:picMk id="6" creationId="{00000000-0000-0000-0000-000000000000}"/>
          </ac:picMkLst>
        </pc:picChg>
        <pc:picChg chg="mod">
          <ac:chgData name="Zakiya Ali" userId="acb106a736e77519" providerId="LiveId" clId="{D7161E9E-3BCB-4A90-B996-AF5B9A555475}" dt="2026-02-06T03:37:20.203" v="1031" actId="1076"/>
          <ac:picMkLst>
            <pc:docMk/>
            <pc:sldMk cId="0" sldId="261"/>
            <ac:picMk id="9" creationId="{00000000-0000-0000-0000-000000000000}"/>
          </ac:picMkLst>
        </pc:picChg>
        <pc:picChg chg="mod">
          <ac:chgData name="Zakiya Ali" userId="acb106a736e77519" providerId="LiveId" clId="{D7161E9E-3BCB-4A90-B996-AF5B9A555475}" dt="2026-02-03T12:34:58.782" v="126" actId="1076"/>
          <ac:picMkLst>
            <pc:docMk/>
            <pc:sldMk cId="0" sldId="261"/>
            <ac:picMk id="12" creationId="{00000000-0000-0000-0000-000000000000}"/>
          </ac:picMkLst>
        </pc:picChg>
      </pc:sldChg>
      <pc:sldChg chg="delSp modSp mod setBg">
        <pc:chgData name="Zakiya Ali" userId="acb106a736e77519" providerId="LiveId" clId="{D7161E9E-3BCB-4A90-B996-AF5B9A555475}" dt="2026-02-03T13:54:15.443" v="974"/>
        <pc:sldMkLst>
          <pc:docMk/>
          <pc:sldMk cId="0" sldId="262"/>
        </pc:sldMkLst>
        <pc:spChg chg="mod">
          <ac:chgData name="Zakiya Ali" userId="acb106a736e77519" providerId="LiveId" clId="{D7161E9E-3BCB-4A90-B996-AF5B9A555475}" dt="2026-02-03T12:20:23.224" v="25" actId="207"/>
          <ac:spMkLst>
            <pc:docMk/>
            <pc:sldMk cId="0" sldId="262"/>
            <ac:spMk id="2" creationId="{00000000-0000-0000-0000-000000000000}"/>
          </ac:spMkLst>
        </pc:spChg>
        <pc:spChg chg="mod">
          <ac:chgData name="Zakiya Ali" userId="acb106a736e77519" providerId="LiveId" clId="{D7161E9E-3BCB-4A90-B996-AF5B9A555475}" dt="2026-02-03T12:30:42.341" v="100" actId="2711"/>
          <ac:spMkLst>
            <pc:docMk/>
            <pc:sldMk cId="0" sldId="262"/>
            <ac:spMk id="3" creationId="{00000000-0000-0000-0000-000000000000}"/>
          </ac:spMkLst>
        </pc:spChg>
        <pc:spChg chg="mod">
          <ac:chgData name="Zakiya Ali" userId="acb106a736e77519" providerId="LiveId" clId="{D7161E9E-3BCB-4A90-B996-AF5B9A555475}" dt="2026-02-03T12:30:23.091" v="97" actId="255"/>
          <ac:spMkLst>
            <pc:docMk/>
            <pc:sldMk cId="0" sldId="262"/>
            <ac:spMk id="4" creationId="{00000000-0000-0000-0000-000000000000}"/>
          </ac:spMkLst>
        </pc:spChg>
        <pc:spChg chg="mod">
          <ac:chgData name="Zakiya Ali" userId="acb106a736e77519" providerId="LiveId" clId="{D7161E9E-3BCB-4A90-B996-AF5B9A555475}" dt="2026-02-03T12:30:49.663" v="101" actId="2711"/>
          <ac:spMkLst>
            <pc:docMk/>
            <pc:sldMk cId="0" sldId="262"/>
            <ac:spMk id="5" creationId="{00000000-0000-0000-0000-000000000000}"/>
          </ac:spMkLst>
        </pc:spChg>
        <pc:spChg chg="mod">
          <ac:chgData name="Zakiya Ali" userId="acb106a736e77519" providerId="LiveId" clId="{D7161E9E-3BCB-4A90-B996-AF5B9A555475}" dt="2026-02-03T12:30:33.763" v="99" actId="255"/>
          <ac:spMkLst>
            <pc:docMk/>
            <pc:sldMk cId="0" sldId="262"/>
            <ac:spMk id="6" creationId="{00000000-0000-0000-0000-000000000000}"/>
          </ac:spMkLst>
        </pc:spChg>
      </pc:sldChg>
      <pc:sldChg chg="delSp modSp mod setBg">
        <pc:chgData name="Zakiya Ali" userId="acb106a736e77519" providerId="LiveId" clId="{D7161E9E-3BCB-4A90-B996-AF5B9A555475}" dt="2026-02-03T13:54:49.180" v="981"/>
        <pc:sldMkLst>
          <pc:docMk/>
          <pc:sldMk cId="0" sldId="263"/>
        </pc:sldMkLst>
        <pc:spChg chg="mod">
          <ac:chgData name="Zakiya Ali" userId="acb106a736e77519" providerId="LiveId" clId="{D7161E9E-3BCB-4A90-B996-AF5B9A555475}" dt="2026-02-03T12:20:51.943" v="28" actId="207"/>
          <ac:spMkLst>
            <pc:docMk/>
            <pc:sldMk cId="0" sldId="263"/>
            <ac:spMk id="2" creationId="{00000000-0000-0000-0000-000000000000}"/>
          </ac:spMkLst>
        </pc:spChg>
        <pc:spChg chg="mod">
          <ac:chgData name="Zakiya Ali" userId="acb106a736e77519" providerId="LiveId" clId="{D7161E9E-3BCB-4A90-B996-AF5B9A555475}" dt="2026-02-03T12:28:01.110" v="82" actId="255"/>
          <ac:spMkLst>
            <pc:docMk/>
            <pc:sldMk cId="0" sldId="263"/>
            <ac:spMk id="3" creationId="{00000000-0000-0000-0000-000000000000}"/>
          </ac:spMkLst>
        </pc:spChg>
        <pc:spChg chg="mod">
          <ac:chgData name="Zakiya Ali" userId="acb106a736e77519" providerId="LiveId" clId="{D7161E9E-3BCB-4A90-B996-AF5B9A555475}" dt="2026-02-03T12:28:10.234" v="83" actId="2711"/>
          <ac:spMkLst>
            <pc:docMk/>
            <pc:sldMk cId="0" sldId="263"/>
            <ac:spMk id="8" creationId="{00000000-0000-0000-0000-000000000000}"/>
          </ac:spMkLst>
        </pc:spChg>
        <pc:spChg chg="mod">
          <ac:chgData name="Zakiya Ali" userId="acb106a736e77519" providerId="LiveId" clId="{D7161E9E-3BCB-4A90-B996-AF5B9A555475}" dt="2026-02-03T12:28:21.336" v="85" actId="255"/>
          <ac:spMkLst>
            <pc:docMk/>
            <pc:sldMk cId="0" sldId="263"/>
            <ac:spMk id="9" creationId="{00000000-0000-0000-0000-000000000000}"/>
          </ac:spMkLst>
        </pc:spChg>
        <pc:spChg chg="mod">
          <ac:chgData name="Zakiya Ali" userId="acb106a736e77519" providerId="LiveId" clId="{D7161E9E-3BCB-4A90-B996-AF5B9A555475}" dt="2026-02-03T12:28:59.403" v="88" actId="2711"/>
          <ac:spMkLst>
            <pc:docMk/>
            <pc:sldMk cId="0" sldId="263"/>
            <ac:spMk id="13" creationId="{00000000-0000-0000-0000-000000000000}"/>
          </ac:spMkLst>
        </pc:spChg>
        <pc:spChg chg="mod">
          <ac:chgData name="Zakiya Ali" userId="acb106a736e77519" providerId="LiveId" clId="{D7161E9E-3BCB-4A90-B996-AF5B9A555475}" dt="2026-02-03T12:29:12.406" v="90" actId="255"/>
          <ac:spMkLst>
            <pc:docMk/>
            <pc:sldMk cId="0" sldId="263"/>
            <ac:spMk id="14" creationId="{00000000-0000-0000-0000-000000000000}"/>
          </ac:spMkLst>
        </pc:spChg>
        <pc:spChg chg="mod">
          <ac:chgData name="Zakiya Ali" userId="acb106a736e77519" providerId="LiveId" clId="{D7161E9E-3BCB-4A90-B996-AF5B9A555475}" dt="2026-02-03T12:21:09.761" v="32" actId="207"/>
          <ac:spMkLst>
            <pc:docMk/>
            <pc:sldMk cId="0" sldId="263"/>
            <ac:spMk id="18" creationId="{00000000-0000-0000-0000-000000000000}"/>
          </ac:spMkLst>
        </pc:spChg>
        <pc:spChg chg="mod">
          <ac:chgData name="Zakiya Ali" userId="acb106a736e77519" providerId="LiveId" clId="{D7161E9E-3BCB-4A90-B996-AF5B9A555475}" dt="2026-02-03T12:28:36.911" v="87" actId="255"/>
          <ac:spMkLst>
            <pc:docMk/>
            <pc:sldMk cId="0" sldId="263"/>
            <ac:spMk id="19" creationId="{00000000-0000-0000-0000-000000000000}"/>
          </ac:spMkLst>
        </pc:spChg>
        <pc:spChg chg="mod">
          <ac:chgData name="Zakiya Ali" userId="acb106a736e77519" providerId="LiveId" clId="{D7161E9E-3BCB-4A90-B996-AF5B9A555475}" dt="2026-02-03T12:29:27.227" v="91" actId="2711"/>
          <ac:spMkLst>
            <pc:docMk/>
            <pc:sldMk cId="0" sldId="263"/>
            <ac:spMk id="23" creationId="{00000000-0000-0000-0000-000000000000}"/>
          </ac:spMkLst>
        </pc:spChg>
        <pc:spChg chg="mod">
          <ac:chgData name="Zakiya Ali" userId="acb106a736e77519" providerId="LiveId" clId="{D7161E9E-3BCB-4A90-B996-AF5B9A555475}" dt="2026-02-03T12:29:38.219" v="93" actId="255"/>
          <ac:spMkLst>
            <pc:docMk/>
            <pc:sldMk cId="0" sldId="263"/>
            <ac:spMk id="24" creationId="{00000000-0000-0000-0000-000000000000}"/>
          </ac:spMkLst>
        </pc:spChg>
      </pc:sldChg>
      <pc:sldChg chg="modSp mod setBg">
        <pc:chgData name="Zakiya Ali" userId="acb106a736e77519" providerId="LiveId" clId="{D7161E9E-3BCB-4A90-B996-AF5B9A555475}" dt="2026-02-03T13:55:25.148" v="987"/>
        <pc:sldMkLst>
          <pc:docMk/>
          <pc:sldMk cId="0" sldId="264"/>
        </pc:sldMkLst>
        <pc:spChg chg="mod">
          <ac:chgData name="Zakiya Ali" userId="acb106a736e77519" providerId="LiveId" clId="{D7161E9E-3BCB-4A90-B996-AF5B9A555475}" dt="2026-02-03T12:22:03.148" v="41" actId="207"/>
          <ac:spMkLst>
            <pc:docMk/>
            <pc:sldMk cId="0" sldId="264"/>
            <ac:spMk id="3" creationId="{00000000-0000-0000-0000-000000000000}"/>
          </ac:spMkLst>
        </pc:spChg>
        <pc:spChg chg="mod">
          <ac:chgData name="Zakiya Ali" userId="acb106a736e77519" providerId="LiveId" clId="{D7161E9E-3BCB-4A90-B996-AF5B9A555475}" dt="2026-02-03T12:27:35.830" v="80" actId="255"/>
          <ac:spMkLst>
            <pc:docMk/>
            <pc:sldMk cId="0" sldId="264"/>
            <ac:spMk id="4" creationId="{00000000-0000-0000-0000-000000000000}"/>
          </ac:spMkLst>
        </pc:spChg>
        <pc:spChg chg="mod">
          <ac:chgData name="Zakiya Ali" userId="acb106a736e77519" providerId="LiveId" clId="{D7161E9E-3BCB-4A90-B996-AF5B9A555475}" dt="2026-02-03T12:27:20.849" v="78" actId="255"/>
          <ac:spMkLst>
            <pc:docMk/>
            <pc:sldMk cId="0" sldId="264"/>
            <ac:spMk id="6" creationId="{00000000-0000-0000-0000-000000000000}"/>
          </ac:spMkLst>
        </pc:spChg>
      </pc:sldChg>
      <pc:sldChg chg="delSp modSp mod setBg">
        <pc:chgData name="Zakiya Ali" userId="acb106a736e77519" providerId="LiveId" clId="{D7161E9E-3BCB-4A90-B996-AF5B9A555475}" dt="2026-02-03T13:55:53.741" v="991"/>
        <pc:sldMkLst>
          <pc:docMk/>
          <pc:sldMk cId="0" sldId="265"/>
        </pc:sldMkLst>
        <pc:spChg chg="mod">
          <ac:chgData name="Zakiya Ali" userId="acb106a736e77519" providerId="LiveId" clId="{D7161E9E-3BCB-4A90-B996-AF5B9A555475}" dt="2026-02-03T12:21:58.848" v="40" actId="207"/>
          <ac:spMkLst>
            <pc:docMk/>
            <pc:sldMk cId="0" sldId="265"/>
            <ac:spMk id="2" creationId="{00000000-0000-0000-0000-000000000000}"/>
          </ac:spMkLst>
        </pc:spChg>
        <pc:spChg chg="mod">
          <ac:chgData name="Zakiya Ali" userId="acb106a736e77519" providerId="LiveId" clId="{D7161E9E-3BCB-4A90-B996-AF5B9A555475}" dt="2026-02-03T12:22:47.723" v="43" actId="208"/>
          <ac:spMkLst>
            <pc:docMk/>
            <pc:sldMk cId="0" sldId="265"/>
            <ac:spMk id="3" creationId="{00000000-0000-0000-0000-000000000000}"/>
          </ac:spMkLst>
        </pc:spChg>
        <pc:spChg chg="mod">
          <ac:chgData name="Zakiya Ali" userId="acb106a736e77519" providerId="LiveId" clId="{D7161E9E-3BCB-4A90-B996-AF5B9A555475}" dt="2026-02-03T12:26:47.460" v="75" actId="255"/>
          <ac:spMkLst>
            <pc:docMk/>
            <pc:sldMk cId="0" sldId="265"/>
            <ac:spMk id="5" creationId="{00000000-0000-0000-0000-000000000000}"/>
          </ac:spMkLst>
        </pc:spChg>
        <pc:spChg chg="mod">
          <ac:chgData name="Zakiya Ali" userId="acb106a736e77519" providerId="LiveId" clId="{D7161E9E-3BCB-4A90-B996-AF5B9A555475}" dt="2026-02-03T12:22:58.769" v="45" actId="208"/>
          <ac:spMkLst>
            <pc:docMk/>
            <pc:sldMk cId="0" sldId="265"/>
            <ac:spMk id="6" creationId="{00000000-0000-0000-0000-000000000000}"/>
          </ac:spMkLst>
        </pc:spChg>
        <pc:spChg chg="mod">
          <ac:chgData name="Zakiya Ali" userId="acb106a736e77519" providerId="LiveId" clId="{D7161E9E-3BCB-4A90-B996-AF5B9A555475}" dt="2026-02-03T12:25:54.650" v="69" actId="1076"/>
          <ac:spMkLst>
            <pc:docMk/>
            <pc:sldMk cId="0" sldId="265"/>
            <ac:spMk id="8" creationId="{00000000-0000-0000-0000-000000000000}"/>
          </ac:spMkLst>
        </pc:spChg>
        <pc:spChg chg="mod">
          <ac:chgData name="Zakiya Ali" userId="acb106a736e77519" providerId="LiveId" clId="{D7161E9E-3BCB-4A90-B996-AF5B9A555475}" dt="2026-02-03T12:23:10.952" v="47" actId="208"/>
          <ac:spMkLst>
            <pc:docMk/>
            <pc:sldMk cId="0" sldId="265"/>
            <ac:spMk id="9" creationId="{00000000-0000-0000-0000-000000000000}"/>
          </ac:spMkLst>
        </pc:spChg>
        <pc:spChg chg="mod">
          <ac:chgData name="Zakiya Ali" userId="acb106a736e77519" providerId="LiveId" clId="{D7161E9E-3BCB-4A90-B996-AF5B9A555475}" dt="2026-02-03T12:26:06.184" v="71" actId="255"/>
          <ac:spMkLst>
            <pc:docMk/>
            <pc:sldMk cId="0" sldId="265"/>
            <ac:spMk id="11" creationId="{00000000-0000-0000-0000-000000000000}"/>
          </ac:spMkLst>
        </pc:spChg>
        <pc:spChg chg="mod">
          <ac:chgData name="Zakiya Ali" userId="acb106a736e77519" providerId="LiveId" clId="{D7161E9E-3BCB-4A90-B996-AF5B9A555475}" dt="2026-02-03T12:24:51.911" v="60" actId="1076"/>
          <ac:spMkLst>
            <pc:docMk/>
            <pc:sldMk cId="0" sldId="265"/>
            <ac:spMk id="12" creationId="{00000000-0000-0000-0000-000000000000}"/>
          </ac:spMkLst>
        </pc:spChg>
        <pc:spChg chg="mod">
          <ac:chgData name="Zakiya Ali" userId="acb106a736e77519" providerId="LiveId" clId="{D7161E9E-3BCB-4A90-B996-AF5B9A555475}" dt="2026-02-03T12:26:32.576" v="74" actId="2711"/>
          <ac:spMkLst>
            <pc:docMk/>
            <pc:sldMk cId="0" sldId="265"/>
            <ac:spMk id="14" creationId="{00000000-0000-0000-0000-000000000000}"/>
          </ac:spMkLst>
        </pc:spChg>
        <pc:spChg chg="mod">
          <ac:chgData name="Zakiya Ali" userId="acb106a736e77519" providerId="LiveId" clId="{D7161E9E-3BCB-4A90-B996-AF5B9A555475}" dt="2026-02-03T12:23:36.880" v="51" actId="208"/>
          <ac:spMkLst>
            <pc:docMk/>
            <pc:sldMk cId="0" sldId="265"/>
            <ac:spMk id="15" creationId="{00000000-0000-0000-0000-000000000000}"/>
          </ac:spMkLst>
        </pc:spChg>
        <pc:spChg chg="mod">
          <ac:chgData name="Zakiya Ali" userId="acb106a736e77519" providerId="LiveId" clId="{D7161E9E-3BCB-4A90-B996-AF5B9A555475}" dt="2026-02-03T12:26:55.008" v="76" actId="2711"/>
          <ac:spMkLst>
            <pc:docMk/>
            <pc:sldMk cId="0" sldId="265"/>
            <ac:spMk id="17" creationId="{00000000-0000-0000-0000-000000000000}"/>
          </ac:spMkLst>
        </pc:spChg>
      </pc:sldChg>
      <pc:sldChg chg="modSp new mod ord setBg">
        <pc:chgData name="Zakiya Ali" userId="acb106a736e77519" providerId="LiveId" clId="{D7161E9E-3BCB-4A90-B996-AF5B9A555475}" dt="2026-02-03T13:57:42.874" v="1002"/>
        <pc:sldMkLst>
          <pc:docMk/>
          <pc:sldMk cId="1399926626" sldId="266"/>
        </pc:sldMkLst>
        <pc:spChg chg="mod">
          <ac:chgData name="Zakiya Ali" userId="acb106a736e77519" providerId="LiveId" clId="{D7161E9E-3BCB-4A90-B996-AF5B9A555475}" dt="2026-02-03T13:41:42.481" v="437" actId="313"/>
          <ac:spMkLst>
            <pc:docMk/>
            <pc:sldMk cId="1399926626" sldId="266"/>
            <ac:spMk id="2" creationId="{4CB7FE3C-AD80-107D-B106-EF3D2FB610F2}"/>
          </ac:spMkLst>
        </pc:spChg>
      </pc:sldChg>
      <pc:sldMasterChg chg="delSldLayout">
        <pc:chgData name="Zakiya Ali" userId="acb106a736e77519" providerId="LiveId" clId="{D7161E9E-3BCB-4A90-B996-AF5B9A555475}" dt="2026-02-03T13:37:44.612" v="183" actId="2696"/>
        <pc:sldMasterMkLst>
          <pc:docMk/>
          <pc:sldMasterMk cId="842926124" sldId="214748370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944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105001" y="1616336"/>
            <a:ext cx="12267590" cy="9682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105001" y="5139315"/>
            <a:ext cx="12267590" cy="9682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05001" y="1781735"/>
            <a:ext cx="12267590" cy="329184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11579058" y="4882708"/>
            <a:ext cx="1297085" cy="129708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261872" y="1718667"/>
            <a:ext cx="11960352" cy="3642970"/>
          </a:xfrm>
        </p:spPr>
        <p:txBody>
          <a:bodyPr anchor="ctr">
            <a:noAutofit/>
          </a:bodyPr>
          <a:lstStyle>
            <a:lvl1pPr algn="l">
              <a:lnSpc>
                <a:spcPct val="85000"/>
              </a:lnSpc>
              <a:defRPr sz="8640" b="1" cap="none"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283818" y="5266944"/>
            <a:ext cx="9469526" cy="1283818"/>
          </a:xfrm>
        </p:spPr>
        <p:txBody>
          <a:bodyPr>
            <a:normAutofit/>
          </a:bodyPr>
          <a:lstStyle>
            <a:lvl1pPr marL="0" indent="0" algn="l">
              <a:buNone/>
              <a:defRPr sz="2400" b="1">
                <a:solidFill>
                  <a:schemeClr val="accent2">
                    <a:lumMod val="75000"/>
                  </a:schemeClr>
                </a:solidFill>
              </a:defRPr>
            </a:lvl1pPr>
            <a:lvl2pPr marL="548640" indent="0" algn="ctr">
              <a:buNone/>
              <a:defRPr sz="2400"/>
            </a:lvl2pPr>
            <a:lvl3pPr marL="1097280" indent="0" algn="ctr">
              <a:buNone/>
              <a:defRPr sz="2400"/>
            </a:lvl3pPr>
            <a:lvl4pPr marL="1645920" indent="0" algn="ctr">
              <a:buNone/>
              <a:defRPr sz="2400"/>
            </a:lvl4pPr>
            <a:lvl5pPr marL="2194560" indent="0" algn="ctr">
              <a:buNone/>
              <a:defRPr sz="2400"/>
            </a:lvl5pPr>
            <a:lvl6pPr marL="2743200" indent="0" algn="ctr">
              <a:buNone/>
              <a:defRPr sz="2400"/>
            </a:lvl6pPr>
            <a:lvl7pPr marL="3291840" indent="0" algn="ctr">
              <a:buNone/>
              <a:defRPr sz="2400"/>
            </a:lvl7pPr>
            <a:lvl8pPr marL="3840480" indent="0" algn="ctr">
              <a:buNone/>
              <a:defRPr sz="2400"/>
            </a:lvl8pPr>
            <a:lvl9pPr marL="438912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1511279" y="5147201"/>
            <a:ext cx="1432642" cy="768096"/>
          </a:xfrm>
        </p:spPr>
        <p:txBody>
          <a:bodyPr/>
          <a:lstStyle>
            <a:lvl1pPr>
              <a:defRPr sz="3360" b="1"/>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1446687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13027871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5901587"/>
            <a:ext cx="14630400" cy="2328012"/>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0554" y="1470355"/>
            <a:ext cx="11137392" cy="4224528"/>
          </a:xfrm>
        </p:spPr>
        <p:txBody>
          <a:bodyPr anchor="ctr">
            <a:normAutofit/>
          </a:bodyPr>
          <a:lstStyle>
            <a:lvl1pPr>
              <a:lnSpc>
                <a:spcPct val="85000"/>
              </a:lnSpc>
              <a:defRPr sz="8640" b="1"/>
            </a:lvl1pPr>
          </a:lstStyle>
          <a:p>
            <a:r>
              <a:rPr lang="en-US"/>
              <a:t>Click to edit Master title style</a:t>
            </a:r>
            <a:endParaRPr lang="en-US" dirty="0"/>
          </a:p>
        </p:txBody>
      </p:sp>
      <p:sp>
        <p:nvSpPr>
          <p:cNvPr id="3" name="Text Placeholder 2"/>
          <p:cNvSpPr>
            <a:spLocks noGrp="1"/>
          </p:cNvSpPr>
          <p:nvPr>
            <p:ph type="body" idx="1"/>
          </p:nvPr>
        </p:nvSpPr>
        <p:spPr>
          <a:xfrm>
            <a:off x="2598929" y="6024067"/>
            <a:ext cx="10863072" cy="1280160"/>
          </a:xfrm>
        </p:spPr>
        <p:txBody>
          <a:bodyPr anchor="t">
            <a:normAutofit/>
          </a:bodyPr>
          <a:lstStyle>
            <a:lvl1pPr marL="0" indent="0">
              <a:buNone/>
              <a:defRPr sz="2400" b="1">
                <a:solidFill>
                  <a:schemeClr val="accent2">
                    <a:lumMod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312401" y="7527341"/>
            <a:ext cx="3173171" cy="438150"/>
          </a:xfrm>
        </p:spPr>
        <p:txBody>
          <a:bodyPr/>
          <a:lstStyle>
            <a:lvl1pPr>
              <a:defRPr>
                <a:solidFill>
                  <a:schemeClr val="accent2">
                    <a:lumMod val="50000"/>
                  </a:schemeClr>
                </a:solidFill>
              </a:defRPr>
            </a:lvl1pPr>
          </a:lstStyle>
          <a:p>
            <a:fld id="{C6F822A4-8DA6-4447-9B1F-C5DB58435268}" type="datetimeFigureOut">
              <a:rPr lang="en-US" smtClean="0"/>
              <a:t>2/6/2026</a:t>
            </a:fld>
            <a:endParaRPr lang="en-US" dirty="0"/>
          </a:p>
        </p:txBody>
      </p:sp>
      <p:sp>
        <p:nvSpPr>
          <p:cNvPr id="5" name="Footer Placeholder 4"/>
          <p:cNvSpPr>
            <a:spLocks noGrp="1"/>
          </p:cNvSpPr>
          <p:nvPr>
            <p:ph type="ftr" sz="quarter" idx="11"/>
          </p:nvPr>
        </p:nvSpPr>
        <p:spPr>
          <a:xfrm>
            <a:off x="2619249" y="7527341"/>
            <a:ext cx="7593178" cy="438150"/>
          </a:xfrm>
        </p:spPr>
        <p:txBody>
          <a:bodyPr/>
          <a:lstStyle>
            <a:lvl1pPr>
              <a:defRPr>
                <a:solidFill>
                  <a:schemeClr val="accent2">
                    <a:lumMod val="50000"/>
                  </a:schemeClr>
                </a:solidFill>
              </a:defRPr>
            </a:lvl1pPr>
          </a:lstStyle>
          <a:p>
            <a:endParaRPr lang="en-US" dirty="0"/>
          </a:p>
        </p:txBody>
      </p:sp>
      <p:grpSp>
        <p:nvGrpSpPr>
          <p:cNvPr id="8" name="Group 7"/>
          <p:cNvGrpSpPr/>
          <p:nvPr/>
        </p:nvGrpSpPr>
        <p:grpSpPr>
          <a:xfrm>
            <a:off x="1076879" y="2791018"/>
            <a:ext cx="1297085" cy="129708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1012442" y="3007360"/>
            <a:ext cx="1425958" cy="864398"/>
          </a:xfrm>
        </p:spPr>
        <p:txBody>
          <a:bodyPr/>
          <a:lstStyle>
            <a:lvl1pPr>
              <a:defRPr sz="336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2452032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83818" y="2633472"/>
            <a:ext cx="5705856" cy="4773168"/>
          </a:xfrm>
        </p:spPr>
        <p:txBody>
          <a:bodyPr/>
          <a:lstStyle>
            <a:lvl1pPr>
              <a:defRPr sz="2400"/>
            </a:lvl1pPr>
            <a:lvl2pPr>
              <a:defRPr sz="2160"/>
            </a:lvl2pPr>
            <a:lvl3pPr>
              <a:defRPr sz="192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37069" y="2633472"/>
            <a:ext cx="5705856" cy="4773168"/>
          </a:xfrm>
        </p:spPr>
        <p:txBody>
          <a:bodyPr/>
          <a:lstStyle>
            <a:lvl1pPr>
              <a:defRPr sz="2400"/>
            </a:lvl1pPr>
            <a:lvl2pPr>
              <a:defRPr sz="2160"/>
            </a:lvl2pPr>
            <a:lvl3pPr>
              <a:defRPr sz="192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5211176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80160" y="2457907"/>
            <a:ext cx="5705856" cy="768096"/>
          </a:xfrm>
        </p:spPr>
        <p:txBody>
          <a:bodyPr anchor="ctr">
            <a:normAutofit/>
          </a:bodyPr>
          <a:lstStyle>
            <a:lvl1pPr marL="0" indent="0">
              <a:buNone/>
              <a:defRPr sz="2400" b="1">
                <a:solidFill>
                  <a:schemeClr val="accent2">
                    <a:lumMod val="75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283818" y="3291840"/>
            <a:ext cx="5705856" cy="3950208"/>
          </a:xfrm>
        </p:spPr>
        <p:txBody>
          <a:bodyPr/>
          <a:lstStyle>
            <a:lvl1pPr>
              <a:defRPr sz="2400"/>
            </a:lvl1pPr>
            <a:lvl2pPr>
              <a:defRPr sz="2160"/>
            </a:lvl2pPr>
            <a:lvl3pPr>
              <a:defRPr sz="192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37069" y="2457907"/>
            <a:ext cx="5705856" cy="768096"/>
          </a:xfrm>
        </p:spPr>
        <p:txBody>
          <a:bodyPr anchor="ctr">
            <a:normAutofit/>
          </a:bodyPr>
          <a:lstStyle>
            <a:lvl1pPr marL="0" indent="0">
              <a:buNone/>
              <a:defRPr sz="2400" b="1">
                <a:solidFill>
                  <a:schemeClr val="accent2">
                    <a:lumMod val="75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637069" y="3291840"/>
            <a:ext cx="5705856" cy="3950208"/>
          </a:xfrm>
        </p:spPr>
        <p:txBody>
          <a:bodyPr/>
          <a:lstStyle>
            <a:lvl1pPr>
              <a:defRPr sz="2400"/>
            </a:lvl1pPr>
            <a:lvl2pPr>
              <a:defRPr sz="2160"/>
            </a:lvl2pPr>
            <a:lvl3pPr>
              <a:defRPr sz="192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06874684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smtClean="0"/>
              <a:t>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8654701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3911025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9964489" y="1"/>
            <a:ext cx="4665911" cy="82295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259568" y="822960"/>
            <a:ext cx="3840480" cy="2084832"/>
          </a:xfrm>
        </p:spPr>
        <p:txBody>
          <a:bodyPr anchor="b">
            <a:normAutofit/>
          </a:bodyPr>
          <a:lstStyle>
            <a:lvl1pPr>
              <a:defRPr sz="3840" b="1"/>
            </a:lvl1pPr>
          </a:lstStyle>
          <a:p>
            <a:r>
              <a:rPr lang="en-US"/>
              <a:t>Click to edit Master title style</a:t>
            </a:r>
            <a:endParaRPr lang="en-US" dirty="0"/>
          </a:p>
        </p:txBody>
      </p:sp>
      <p:sp>
        <p:nvSpPr>
          <p:cNvPr id="3" name="Content Placeholder 2"/>
          <p:cNvSpPr>
            <a:spLocks noGrp="1"/>
          </p:cNvSpPr>
          <p:nvPr>
            <p:ph idx="1"/>
          </p:nvPr>
        </p:nvSpPr>
        <p:spPr>
          <a:xfrm>
            <a:off x="1005840" y="822960"/>
            <a:ext cx="8054035" cy="6024067"/>
          </a:xfrm>
        </p:spPr>
        <p:txBody>
          <a:bodyPr/>
          <a:lstStyle>
            <a:lvl1pPr>
              <a:defRPr sz="2400"/>
            </a:lvl1pPr>
            <a:lvl2pPr>
              <a:defRPr sz="2160"/>
            </a:lvl2pPr>
            <a:lvl3pPr>
              <a:defRPr sz="192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59568" y="2907792"/>
            <a:ext cx="3840480" cy="3950208"/>
          </a:xfrm>
        </p:spPr>
        <p:txBody>
          <a:bodyPr>
            <a:normAutofit/>
          </a:bodyPr>
          <a:lstStyle>
            <a:lvl1pPr marL="0" indent="0">
              <a:lnSpc>
                <a:spcPct val="100000"/>
              </a:lnSpc>
              <a:spcBef>
                <a:spcPts val="1200"/>
              </a:spcBef>
              <a:buNone/>
              <a:defRPr sz="1680">
                <a:solidFill>
                  <a:schemeClr val="accent2">
                    <a:lumMod val="50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smtClean="0"/>
              <a:t>2/6/2026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3682070" y="7475617"/>
            <a:ext cx="548640" cy="54864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53838158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9964489" y="1"/>
            <a:ext cx="4665911" cy="82295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259568" y="822960"/>
            <a:ext cx="3840480" cy="2084832"/>
          </a:xfrm>
        </p:spPr>
        <p:txBody>
          <a:bodyPr anchor="b">
            <a:normAutofit/>
          </a:bodyPr>
          <a:lstStyle>
            <a:lvl1pPr>
              <a:defRPr sz="384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9964488" cy="8229600"/>
          </a:xfrm>
          <a:solidFill>
            <a:schemeClr val="tx2">
              <a:lumMod val="20000"/>
              <a:lumOff val="80000"/>
            </a:schemeClr>
          </a:solidFill>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259568" y="2907792"/>
            <a:ext cx="3840480" cy="3950208"/>
          </a:xfrm>
        </p:spPr>
        <p:txBody>
          <a:bodyPr>
            <a:normAutofit/>
          </a:bodyPr>
          <a:lstStyle>
            <a:lvl1pPr marL="0" indent="0">
              <a:lnSpc>
                <a:spcPct val="100000"/>
              </a:lnSpc>
              <a:spcBef>
                <a:spcPts val="1200"/>
              </a:spcBef>
              <a:buNone/>
              <a:defRPr sz="1680">
                <a:solidFill>
                  <a:schemeClr val="accent2">
                    <a:lumMod val="50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2">
                    <a:lumMod val="75000"/>
                  </a:schemeClr>
                </a:solidFill>
              </a:defRPr>
            </a:lvl1pPr>
          </a:lstStyle>
          <a:p>
            <a:fld id="{3772C379-9A7C-4C87-A116-CBE9F58B04C5}" type="datetimeFigureOut">
              <a:rPr lang="en-US" smtClean="0"/>
              <a:t>2/6/2026</a:t>
            </a:fld>
            <a:endParaRPr lang="en-US" dirty="0"/>
          </a:p>
        </p:txBody>
      </p:sp>
      <p:grpSp>
        <p:nvGrpSpPr>
          <p:cNvPr id="8" name="Group 7"/>
          <p:cNvGrpSpPr>
            <a:grpSpLocks noChangeAspect="1"/>
          </p:cNvGrpSpPr>
          <p:nvPr/>
        </p:nvGrpSpPr>
        <p:grpSpPr>
          <a:xfrm>
            <a:off x="13682070" y="7475617"/>
            <a:ext cx="548640" cy="54864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5094663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smtClean="0"/>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7493848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640080"/>
            <a:ext cx="3063240" cy="67665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80160" y="640080"/>
            <a:ext cx="9006840" cy="67665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5871174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92415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36785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074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241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2239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28323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25189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51504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551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microsoft.com/office/2007/relationships/hdphoto" Target="../media/hdphoto1.wdp"/><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83818" y="581558"/>
            <a:ext cx="12070080" cy="193121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83818" y="2545690"/>
            <a:ext cx="12070080" cy="48609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557309" y="7527341"/>
            <a:ext cx="3928262" cy="438150"/>
          </a:xfrm>
          <a:prstGeom prst="rect">
            <a:avLst/>
          </a:prstGeom>
        </p:spPr>
        <p:txBody>
          <a:bodyPr vert="horz" lIns="91440" tIns="45720" rIns="91440" bIns="45720" rtlCol="0" anchor="ctr"/>
          <a:lstStyle>
            <a:lvl1pPr algn="r">
              <a:defRPr sz="1320">
                <a:solidFill>
                  <a:schemeClr val="accent2">
                    <a:lumMod val="50000"/>
                  </a:schemeClr>
                </a:solidFill>
              </a:defRPr>
            </a:lvl1pPr>
          </a:lstStyle>
          <a:p>
            <a:fld id="{8664C608-40B1-4030-A28D-5B74BC98ADCE}" type="datetimeFigureOut">
              <a:rPr lang="en-US" smtClean="0"/>
              <a:t>2/6/2026</a:t>
            </a:fld>
            <a:endParaRPr lang="en-US" dirty="0"/>
          </a:p>
        </p:txBody>
      </p:sp>
      <p:sp>
        <p:nvSpPr>
          <p:cNvPr id="5" name="Footer Placeholder 4"/>
          <p:cNvSpPr>
            <a:spLocks noGrp="1"/>
          </p:cNvSpPr>
          <p:nvPr>
            <p:ph type="ftr" sz="quarter" idx="3"/>
          </p:nvPr>
        </p:nvSpPr>
        <p:spPr>
          <a:xfrm>
            <a:off x="1305763" y="7527341"/>
            <a:ext cx="7593178" cy="438150"/>
          </a:xfrm>
          <a:prstGeom prst="rect">
            <a:avLst/>
          </a:prstGeom>
        </p:spPr>
        <p:txBody>
          <a:bodyPr vert="horz" lIns="91440" tIns="45720" rIns="91440" bIns="45720" rtlCol="0" anchor="ctr"/>
          <a:lstStyle>
            <a:lvl1pPr algn="l">
              <a:defRPr sz="1320">
                <a:solidFill>
                  <a:schemeClr val="accent2">
                    <a:lumMod val="50000"/>
                  </a:schemeClr>
                </a:solidFill>
              </a:defRPr>
            </a:lvl1pPr>
          </a:lstStyle>
          <a:p>
            <a:endParaRPr lang="en-US" dirty="0"/>
          </a:p>
        </p:txBody>
      </p:sp>
      <p:grpSp>
        <p:nvGrpSpPr>
          <p:cNvPr id="7" name="Group 6"/>
          <p:cNvGrpSpPr>
            <a:grpSpLocks noChangeAspect="1"/>
          </p:cNvGrpSpPr>
          <p:nvPr/>
        </p:nvGrpSpPr>
        <p:grpSpPr>
          <a:xfrm>
            <a:off x="13682070" y="7475617"/>
            <a:ext cx="548640" cy="548640"/>
            <a:chOff x="11361456" y="6195813"/>
            <a:chExt cx="548640" cy="548640"/>
          </a:xfrm>
        </p:grpSpPr>
        <p:sp>
          <p:nvSpPr>
            <p:cNvPr id="8" name="Oval 7"/>
            <p:cNvSpPr/>
            <p:nvPr/>
          </p:nvSpPr>
          <p:spPr>
            <a:xfrm>
              <a:off x="11361456" y="6195813"/>
              <a:ext cx="548640" cy="548640"/>
            </a:xfrm>
            <a:prstGeom prst="ellipse">
              <a:avLst/>
            </a:prstGeom>
            <a:blipFill dpi="0" rotWithShape="1">
              <a:blip r:embed="rId22">
                <a:duotone>
                  <a:schemeClr val="accent2">
                    <a:shade val="45000"/>
                    <a:satMod val="135000"/>
                  </a:schemeClr>
                  <a:prstClr val="white"/>
                </a:duotone>
                <a:extLst>
                  <a:ext uri="{BEBA8EAE-BF5A-486C-A8C5-ECC9F3942E4B}">
                    <a14:imgProps xmlns:a14="http://schemas.microsoft.com/office/drawing/2010/main">
                      <a14:imgLayer r:embed="rId2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3573354" y="7527341"/>
            <a:ext cx="768096" cy="438150"/>
          </a:xfrm>
          <a:prstGeom prst="rect">
            <a:avLst/>
          </a:prstGeom>
        </p:spPr>
        <p:txBody>
          <a:bodyPr vert="horz" lIns="91440" tIns="45720" rIns="91440" bIns="45720" rtlCol="0" anchor="ctr"/>
          <a:lstStyle>
            <a:lvl1pPr algn="ctr">
              <a:defRPr sz="168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42926124"/>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Lst>
  <p:hf sldNum="0" hdr="0" ftr="0" dt="0"/>
  <p:txStyles>
    <p:titleStyle>
      <a:lvl1pPr algn="l" defTabSz="1097280" rtl="0" eaLnBrk="1" latinLnBrk="0" hangingPunct="1">
        <a:lnSpc>
          <a:spcPct val="90000"/>
        </a:lnSpc>
        <a:spcBef>
          <a:spcPct val="0"/>
        </a:spcBef>
        <a:buNone/>
        <a:defRPr sz="5760" b="1" kern="1200" cap="none" baseline="0">
          <a:blipFill>
            <a:blip r:embed="rId24">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219456" indent="-219456" algn="l" defTabSz="1097280" rtl="0" eaLnBrk="1" latinLnBrk="0" hangingPunct="1">
        <a:lnSpc>
          <a:spcPct val="90000"/>
        </a:lnSpc>
        <a:spcBef>
          <a:spcPts val="1440"/>
        </a:spcBef>
        <a:buClr>
          <a:schemeClr val="accent2"/>
        </a:buClr>
        <a:buSzPct val="85000"/>
        <a:buFont typeface="Wingdings" pitchFamily="2" charset="2"/>
        <a:buChar char="§"/>
        <a:defRPr sz="2400" kern="1200">
          <a:solidFill>
            <a:schemeClr val="tx1"/>
          </a:solidFill>
          <a:latin typeface="+mn-lt"/>
          <a:ea typeface="+mn-ea"/>
          <a:cs typeface="+mn-cs"/>
        </a:defRPr>
      </a:lvl1pPr>
      <a:lvl2pPr marL="548640" indent="-219456" algn="l" defTabSz="1097280" rtl="0" eaLnBrk="1" latinLnBrk="0" hangingPunct="1">
        <a:lnSpc>
          <a:spcPct val="90000"/>
        </a:lnSpc>
        <a:spcBef>
          <a:spcPts val="480"/>
        </a:spcBef>
        <a:spcAft>
          <a:spcPts val="240"/>
        </a:spcAft>
        <a:buClr>
          <a:schemeClr val="accent2"/>
        </a:buClr>
        <a:buSzPct val="85000"/>
        <a:buFont typeface="Wingdings" pitchFamily="2" charset="2"/>
        <a:buChar char="§"/>
        <a:defRPr sz="2160" kern="1200">
          <a:solidFill>
            <a:schemeClr val="tx1"/>
          </a:solidFill>
          <a:latin typeface="+mn-lt"/>
          <a:ea typeface="+mn-ea"/>
          <a:cs typeface="+mn-cs"/>
        </a:defRPr>
      </a:lvl2pPr>
      <a:lvl3pPr marL="877824" indent="-219456" algn="l" defTabSz="1097280" rtl="0" eaLnBrk="1" latinLnBrk="0" hangingPunct="1">
        <a:lnSpc>
          <a:spcPct val="90000"/>
        </a:lnSpc>
        <a:spcBef>
          <a:spcPts val="480"/>
        </a:spcBef>
        <a:spcAft>
          <a:spcPts val="240"/>
        </a:spcAft>
        <a:buClr>
          <a:schemeClr val="accent2"/>
        </a:buClr>
        <a:buSzPct val="85000"/>
        <a:buFont typeface="Wingdings" pitchFamily="2" charset="2"/>
        <a:buChar char="§"/>
        <a:defRPr sz="1920" kern="1200">
          <a:solidFill>
            <a:schemeClr val="tx1"/>
          </a:solidFill>
          <a:latin typeface="+mn-lt"/>
          <a:ea typeface="+mn-ea"/>
          <a:cs typeface="+mn-cs"/>
        </a:defRPr>
      </a:lvl3pPr>
      <a:lvl4pPr marL="1207008" indent="-219456" algn="l" defTabSz="1097280" rtl="0" eaLnBrk="1" latinLnBrk="0" hangingPunct="1">
        <a:lnSpc>
          <a:spcPct val="90000"/>
        </a:lnSpc>
        <a:spcBef>
          <a:spcPts val="480"/>
        </a:spcBef>
        <a:spcAft>
          <a:spcPts val="240"/>
        </a:spcAft>
        <a:buClr>
          <a:schemeClr val="accent2"/>
        </a:buClr>
        <a:buSzPct val="85000"/>
        <a:buFont typeface="Wingdings" pitchFamily="2" charset="2"/>
        <a:buChar char="§"/>
        <a:defRPr sz="1920" kern="1200">
          <a:solidFill>
            <a:schemeClr val="tx1"/>
          </a:solidFill>
          <a:latin typeface="+mn-lt"/>
          <a:ea typeface="+mn-ea"/>
          <a:cs typeface="+mn-cs"/>
        </a:defRPr>
      </a:lvl4pPr>
      <a:lvl5pPr marL="1536192" indent="-219456" algn="l" defTabSz="1097280" rtl="0" eaLnBrk="1" latinLnBrk="0" hangingPunct="1">
        <a:lnSpc>
          <a:spcPct val="90000"/>
        </a:lnSpc>
        <a:spcBef>
          <a:spcPts val="480"/>
        </a:spcBef>
        <a:spcAft>
          <a:spcPts val="240"/>
        </a:spcAft>
        <a:buClr>
          <a:schemeClr val="accent2"/>
        </a:buClr>
        <a:buSzPct val="85000"/>
        <a:buFont typeface="Wingdings" pitchFamily="2" charset="2"/>
        <a:buChar char="§"/>
        <a:defRPr sz="1920" kern="1200">
          <a:solidFill>
            <a:schemeClr val="tx1"/>
          </a:solidFill>
          <a:latin typeface="+mn-lt"/>
          <a:ea typeface="+mn-ea"/>
          <a:cs typeface="+mn-cs"/>
        </a:defRPr>
      </a:lvl5pPr>
      <a:lvl6pPr marL="1920000" indent="-274320" algn="l" defTabSz="1097280" rtl="0" eaLnBrk="1" latinLnBrk="0" hangingPunct="1">
        <a:lnSpc>
          <a:spcPct val="90000"/>
        </a:lnSpc>
        <a:spcBef>
          <a:spcPts val="480"/>
        </a:spcBef>
        <a:spcAft>
          <a:spcPts val="240"/>
        </a:spcAft>
        <a:buClr>
          <a:schemeClr val="accent2"/>
        </a:buClr>
        <a:buSzPct val="85000"/>
        <a:buFont typeface="Wingdings" pitchFamily="2" charset="2"/>
        <a:buChar char="§"/>
        <a:defRPr sz="1920" kern="1200">
          <a:solidFill>
            <a:schemeClr val="tx1"/>
          </a:solidFill>
          <a:latin typeface="+mn-lt"/>
          <a:ea typeface="+mn-ea"/>
          <a:cs typeface="+mn-cs"/>
        </a:defRPr>
      </a:lvl6pPr>
      <a:lvl7pPr marL="2280000" indent="-274320" algn="l" defTabSz="1097280" rtl="0" eaLnBrk="1" latinLnBrk="0" hangingPunct="1">
        <a:lnSpc>
          <a:spcPct val="90000"/>
        </a:lnSpc>
        <a:spcBef>
          <a:spcPts val="480"/>
        </a:spcBef>
        <a:spcAft>
          <a:spcPts val="240"/>
        </a:spcAft>
        <a:buClr>
          <a:schemeClr val="accent2"/>
        </a:buClr>
        <a:buSzPct val="85000"/>
        <a:buFont typeface="Wingdings" pitchFamily="2" charset="2"/>
        <a:buChar char="§"/>
        <a:defRPr sz="1920" kern="1200">
          <a:solidFill>
            <a:schemeClr val="tx1"/>
          </a:solidFill>
          <a:latin typeface="+mn-lt"/>
          <a:ea typeface="+mn-ea"/>
          <a:cs typeface="+mn-cs"/>
        </a:defRPr>
      </a:lvl7pPr>
      <a:lvl8pPr marL="2640000" indent="-274320" algn="l" defTabSz="1097280" rtl="0" eaLnBrk="1" latinLnBrk="0" hangingPunct="1">
        <a:lnSpc>
          <a:spcPct val="90000"/>
        </a:lnSpc>
        <a:spcBef>
          <a:spcPts val="480"/>
        </a:spcBef>
        <a:spcAft>
          <a:spcPts val="240"/>
        </a:spcAft>
        <a:buClr>
          <a:schemeClr val="accent2"/>
        </a:buClr>
        <a:buSzPct val="85000"/>
        <a:buFont typeface="Wingdings" pitchFamily="2" charset="2"/>
        <a:buChar char="§"/>
        <a:defRPr sz="1920" kern="1200">
          <a:solidFill>
            <a:schemeClr val="tx1"/>
          </a:solidFill>
          <a:latin typeface="+mn-lt"/>
          <a:ea typeface="+mn-ea"/>
          <a:cs typeface="+mn-cs"/>
        </a:defRPr>
      </a:lvl8pPr>
      <a:lvl9pPr marL="3000000" indent="-274320" algn="l" defTabSz="1097280" rtl="0" eaLnBrk="1" latinLnBrk="0" hangingPunct="1">
        <a:lnSpc>
          <a:spcPct val="90000"/>
        </a:lnSpc>
        <a:spcBef>
          <a:spcPts val="480"/>
        </a:spcBef>
        <a:spcAft>
          <a:spcPts val="240"/>
        </a:spcAft>
        <a:buClr>
          <a:schemeClr val="accent2"/>
        </a:buClr>
        <a:buSzPct val="85000"/>
        <a:buFont typeface="Wingdings" pitchFamily="2" charset="2"/>
        <a:buChar char="§"/>
        <a:defRPr sz="192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microsoft.com/office/2007/relationships/hdphoto" Target="../media/hdphoto4.wdp"/></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7.jpeg"/><Relationship Id="rId7" Type="http://schemas.openxmlformats.org/officeDocument/2006/relationships/image" Target="../media/image11.svg"/><Relationship Id="rId12"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microsoft.com/office/2007/relationships/hdphoto" Target="../media/hdphoto5.wdp"/></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sv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png"/><Relationship Id="rId10" Type="http://schemas.openxmlformats.org/officeDocument/2006/relationships/image" Target="../media/image26.png"/><Relationship Id="rId4" Type="http://schemas.microsoft.com/office/2007/relationships/hdphoto" Target="../media/hdphoto6.wdp"/><Relationship Id="rId9" Type="http://schemas.openxmlformats.org/officeDocument/2006/relationships/image" Target="../media/image25.sv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microsoft.com/office/2007/relationships/hdphoto" Target="../media/hdphoto7.wdp"/></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microsoft.com/office/2007/relationships/hdphoto" Target="../media/hdphoto8.wdp"/></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prstClr val="black"/>
              <a:schemeClr val="accent2">
                <a:tint val="45000"/>
                <a:satMod val="400000"/>
              </a:schemeClr>
            </a:duotone>
            <a:extLst>
              <a:ext uri="{BEBA8EAE-BF5A-486C-A8C5-ECC9F3942E4B}">
                <a14:imgProps xmlns:a14="http://schemas.microsoft.com/office/drawing/2010/main">
                  <a14:imgLayer r:embed="rId3">
                    <a14:imgEffect>
                      <a14:colorTemperature colorTemp="4700"/>
                    </a14:imgEffect>
                    <a14:imgEffect>
                      <a14:saturation sat="300000"/>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7FE3C-AD80-107D-B106-EF3D2FB610F2}"/>
              </a:ext>
            </a:extLst>
          </p:cNvPr>
          <p:cNvSpPr>
            <a:spLocks noGrp="1"/>
          </p:cNvSpPr>
          <p:nvPr>
            <p:ph type="title"/>
          </p:nvPr>
        </p:nvSpPr>
        <p:spPr>
          <a:xfrm>
            <a:off x="1098883" y="1089062"/>
            <a:ext cx="12070080" cy="6226138"/>
          </a:xfrm>
        </p:spPr>
        <p:txBody>
          <a:bodyPr>
            <a:noAutofit/>
          </a:bodyPr>
          <a:lstStyle/>
          <a:p>
            <a:pPr algn="ctr"/>
            <a:r>
              <a:rPr lang="en-US" sz="2800" b="0" dirty="0">
                <a:latin typeface="Cambria Math" panose="02040503050406030204" pitchFamily="18" charset="0"/>
                <a:ea typeface="Cambria Math" panose="02040503050406030204" pitchFamily="18" charset="0"/>
              </a:rPr>
              <a:t>Project Proposal Defense On a Topic:</a:t>
            </a:r>
            <a:br>
              <a:rPr lang="en-US" sz="2800" b="0" dirty="0">
                <a:latin typeface="Cambria Math" panose="02040503050406030204" pitchFamily="18" charset="0"/>
                <a:ea typeface="Cambria Math" panose="02040503050406030204" pitchFamily="18" charset="0"/>
              </a:rPr>
            </a:br>
            <a:br>
              <a:rPr lang="en-US" sz="2800" b="0" dirty="0">
                <a:latin typeface="Cambria Math" panose="02040503050406030204" pitchFamily="18" charset="0"/>
                <a:ea typeface="Cambria Math" panose="02040503050406030204" pitchFamily="18" charset="0"/>
              </a:rPr>
            </a:br>
            <a:r>
              <a:rPr lang="en-US" sz="2800" b="0" dirty="0">
                <a:latin typeface="Cambria Math" panose="02040503050406030204" pitchFamily="18" charset="0"/>
                <a:ea typeface="Cambria Math" panose="02040503050406030204" pitchFamily="18" charset="0"/>
              </a:rPr>
              <a:t>Design and Implementation Of an Online Code Compiler and Judging System for Programming Practices</a:t>
            </a:r>
            <a:br>
              <a:rPr lang="en-US" sz="2800" b="0" dirty="0">
                <a:latin typeface="Cambria Math" panose="02040503050406030204" pitchFamily="18" charset="0"/>
                <a:ea typeface="Cambria Math" panose="02040503050406030204" pitchFamily="18" charset="0"/>
              </a:rPr>
            </a:br>
            <a:br>
              <a:rPr lang="en-US" sz="2800" b="0" dirty="0">
                <a:latin typeface="Cambria Math" panose="02040503050406030204" pitchFamily="18" charset="0"/>
                <a:ea typeface="Cambria Math" panose="02040503050406030204" pitchFamily="18" charset="0"/>
              </a:rPr>
            </a:br>
            <a:r>
              <a:rPr lang="en-US" sz="2800" b="0" dirty="0">
                <a:latin typeface="Cambria Math" panose="02040503050406030204" pitchFamily="18" charset="0"/>
                <a:ea typeface="Cambria Math" panose="02040503050406030204" pitchFamily="18" charset="0"/>
              </a:rPr>
              <a:t>Faculty of Science and Computing</a:t>
            </a:r>
            <a:br>
              <a:rPr lang="en-US" sz="2800" b="0" dirty="0">
                <a:latin typeface="Cambria Math" panose="02040503050406030204" pitchFamily="18" charset="0"/>
                <a:ea typeface="Cambria Math" panose="02040503050406030204" pitchFamily="18" charset="0"/>
              </a:rPr>
            </a:br>
            <a:br>
              <a:rPr lang="en-US" sz="2800" b="0" dirty="0">
                <a:latin typeface="Cambria Math" panose="02040503050406030204" pitchFamily="18" charset="0"/>
                <a:ea typeface="Cambria Math" panose="02040503050406030204" pitchFamily="18" charset="0"/>
              </a:rPr>
            </a:br>
            <a:r>
              <a:rPr lang="en-US" sz="2800" b="0" dirty="0">
                <a:latin typeface="Cambria Math" panose="02040503050406030204" pitchFamily="18" charset="0"/>
                <a:ea typeface="Cambria Math" panose="02040503050406030204" pitchFamily="18" charset="0"/>
              </a:rPr>
              <a:t>Department of Computer Science</a:t>
            </a:r>
            <a:br>
              <a:rPr lang="en-US" sz="2800" b="0" dirty="0">
                <a:latin typeface="Cambria Math" panose="02040503050406030204" pitchFamily="18" charset="0"/>
                <a:ea typeface="Cambria Math" panose="02040503050406030204" pitchFamily="18" charset="0"/>
              </a:rPr>
            </a:br>
            <a:br>
              <a:rPr lang="en-US" sz="2800" b="0" dirty="0">
                <a:latin typeface="Cambria Math" panose="02040503050406030204" pitchFamily="18" charset="0"/>
                <a:ea typeface="Cambria Math" panose="02040503050406030204" pitchFamily="18" charset="0"/>
              </a:rPr>
            </a:br>
            <a:r>
              <a:rPr lang="en-US" sz="2800" b="0" dirty="0">
                <a:latin typeface="Cambria Math" panose="02040503050406030204" pitchFamily="18" charset="0"/>
                <a:ea typeface="Cambria Math" panose="02040503050406030204" pitchFamily="18" charset="0"/>
              </a:rPr>
              <a:t>North Eastern University Gombe.</a:t>
            </a:r>
            <a:br>
              <a:rPr lang="en-US" sz="2800" b="0" dirty="0">
                <a:latin typeface="Cambria Math" panose="02040503050406030204" pitchFamily="18" charset="0"/>
                <a:ea typeface="Cambria Math" panose="02040503050406030204" pitchFamily="18" charset="0"/>
              </a:rPr>
            </a:br>
            <a:br>
              <a:rPr lang="en-US" sz="2800" b="0" dirty="0">
                <a:latin typeface="Cambria Math" panose="02040503050406030204" pitchFamily="18" charset="0"/>
                <a:ea typeface="Cambria Math" panose="02040503050406030204" pitchFamily="18" charset="0"/>
              </a:rPr>
            </a:br>
            <a:r>
              <a:rPr lang="en-US" sz="2800" b="0" dirty="0">
                <a:latin typeface="Cambria Math" panose="02040503050406030204" pitchFamily="18" charset="0"/>
                <a:ea typeface="Cambria Math" panose="02040503050406030204" pitchFamily="18" charset="0"/>
              </a:rPr>
              <a:t>Name: Fatima Zakiyya Ali.</a:t>
            </a:r>
            <a:br>
              <a:rPr lang="en-US" sz="2800" b="0" dirty="0">
                <a:latin typeface="Cambria Math" panose="02040503050406030204" pitchFamily="18" charset="0"/>
                <a:ea typeface="Cambria Math" panose="02040503050406030204" pitchFamily="18" charset="0"/>
              </a:rPr>
            </a:br>
            <a:br>
              <a:rPr lang="en-US" sz="2800" b="0" dirty="0">
                <a:latin typeface="Cambria Math" panose="02040503050406030204" pitchFamily="18" charset="0"/>
                <a:ea typeface="Cambria Math" panose="02040503050406030204" pitchFamily="18" charset="0"/>
              </a:rPr>
            </a:br>
            <a:r>
              <a:rPr lang="en-US" sz="2800" b="0" dirty="0">
                <a:latin typeface="Cambria Math" panose="02040503050406030204" pitchFamily="18" charset="0"/>
                <a:ea typeface="Cambria Math" panose="02040503050406030204" pitchFamily="18" charset="0"/>
              </a:rPr>
              <a:t>Matric No : NEU/22/23/IFT/00234.</a:t>
            </a:r>
            <a:br>
              <a:rPr lang="en-US" sz="2800" b="0" dirty="0">
                <a:latin typeface="Cambria Math" panose="02040503050406030204" pitchFamily="18" charset="0"/>
                <a:ea typeface="Cambria Math" panose="02040503050406030204" pitchFamily="18" charset="0"/>
              </a:rPr>
            </a:br>
            <a:br>
              <a:rPr lang="en-US" sz="2800" b="0" dirty="0">
                <a:latin typeface="Cambria Math" panose="02040503050406030204" pitchFamily="18" charset="0"/>
                <a:ea typeface="Cambria Math" panose="02040503050406030204" pitchFamily="18" charset="0"/>
              </a:rPr>
            </a:br>
            <a:r>
              <a:rPr lang="en-US" sz="2800" b="0" dirty="0">
                <a:latin typeface="Cambria Math" panose="02040503050406030204" pitchFamily="18" charset="0"/>
                <a:ea typeface="Cambria Math" panose="02040503050406030204" pitchFamily="18" charset="0"/>
              </a:rPr>
              <a:t>Supervisor: Mrs. Hauwa Abubakar Bello.</a:t>
            </a:r>
            <a:br>
              <a:rPr lang="en-US" sz="2800" b="0" dirty="0">
                <a:latin typeface="Cambria Math" panose="02040503050406030204" pitchFamily="18" charset="0"/>
                <a:ea typeface="Cambria Math" panose="02040503050406030204" pitchFamily="18" charset="0"/>
              </a:rPr>
            </a:br>
            <a:br>
              <a:rPr lang="en-US" sz="2800" b="0" dirty="0">
                <a:latin typeface="Cambria Math" panose="02040503050406030204" pitchFamily="18" charset="0"/>
                <a:ea typeface="Cambria Math" panose="02040503050406030204" pitchFamily="18" charset="0"/>
              </a:rPr>
            </a:br>
            <a:r>
              <a:rPr lang="en-US" sz="2800" b="0" dirty="0">
                <a:latin typeface="Cambria Math" panose="02040503050406030204" pitchFamily="18" charset="0"/>
                <a:ea typeface="Cambria Math" panose="02040503050406030204" pitchFamily="18" charset="0"/>
              </a:rPr>
              <a:t>Date: 31th January, 2026.</a:t>
            </a:r>
          </a:p>
        </p:txBody>
      </p:sp>
    </p:spTree>
    <p:extLst>
      <p:ext uri="{BB962C8B-B14F-4D97-AF65-F5344CB8AC3E}">
        <p14:creationId xmlns:p14="http://schemas.microsoft.com/office/powerpoint/2010/main" val="1399926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a:blip r:embed="rId3">
            <a:duotone>
              <a:schemeClr val="bg2">
                <a:shade val="45000"/>
                <a:satMod val="135000"/>
              </a:schemeClr>
              <a:prstClr val="white"/>
            </a:duotone>
            <a:extLst>
              <a:ext uri="{BEBA8EAE-BF5A-486C-A8C5-ECC9F3942E4B}">
                <a14:imgProps xmlns:a14="http://schemas.microsoft.com/office/drawing/2010/main">
                  <a14:imgLayer r:embed="rId4">
                    <a14:imgEffect>
                      <a14:saturation sat="33000"/>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sp>
        <p:nvSpPr>
          <p:cNvPr id="3" name="Text 0"/>
          <p:cNvSpPr/>
          <p:nvPr/>
        </p:nvSpPr>
        <p:spPr>
          <a:xfrm>
            <a:off x="772358" y="1290995"/>
            <a:ext cx="5516880" cy="689610"/>
          </a:xfrm>
          <a:prstGeom prst="rect">
            <a:avLst/>
          </a:prstGeom>
          <a:noFill/>
          <a:ln/>
        </p:spPr>
        <p:txBody>
          <a:bodyPr wrap="none" lIns="0" tIns="0" rIns="0" bIns="0" rtlCol="0" anchor="t"/>
          <a:lstStyle/>
          <a:p>
            <a:pPr marL="0" indent="0" algn="l">
              <a:lnSpc>
                <a:spcPts val="5400"/>
              </a:lnSpc>
              <a:buNone/>
            </a:pPr>
            <a:r>
              <a:rPr lang="en-US" sz="4400" dirty="0">
                <a:solidFill>
                  <a:schemeClr val="accent4"/>
                </a:solidFill>
                <a:latin typeface="Cambria Math" panose="02040503050406030204" pitchFamily="18" charset="0"/>
                <a:ea typeface="Cambria Math" panose="02040503050406030204" pitchFamily="18" charset="0"/>
                <a:cs typeface="Merriweather" pitchFamily="34" charset="-120"/>
              </a:rPr>
              <a:t>Introduction</a:t>
            </a:r>
            <a:endParaRPr lang="en-US" sz="4400" dirty="0">
              <a:solidFill>
                <a:schemeClr val="accent4"/>
              </a:solidFill>
              <a:latin typeface="Cambria Math" panose="02040503050406030204" pitchFamily="18" charset="0"/>
              <a:ea typeface="Cambria Math" panose="02040503050406030204" pitchFamily="18" charset="0"/>
            </a:endParaRPr>
          </a:p>
        </p:txBody>
      </p:sp>
      <p:sp>
        <p:nvSpPr>
          <p:cNvPr id="4" name="Text 1"/>
          <p:cNvSpPr/>
          <p:nvPr/>
        </p:nvSpPr>
        <p:spPr>
          <a:xfrm>
            <a:off x="772358" y="2473762"/>
            <a:ext cx="3310057" cy="413742"/>
          </a:xfrm>
          <a:prstGeom prst="rect">
            <a:avLst/>
          </a:prstGeom>
          <a:noFill/>
          <a:ln/>
        </p:spPr>
        <p:txBody>
          <a:bodyPr wrap="none" lIns="0" tIns="0" rIns="0" bIns="0" rtlCol="0" anchor="t"/>
          <a:lstStyle/>
          <a:p>
            <a:pPr marL="0" indent="0" algn="l">
              <a:lnSpc>
                <a:spcPts val="3250"/>
              </a:lnSpc>
              <a:buNone/>
            </a:pPr>
            <a:r>
              <a:rPr lang="en-US" sz="2800" dirty="0">
                <a:solidFill>
                  <a:schemeClr val="accent4"/>
                </a:solidFill>
                <a:highlight>
                  <a:srgbClr val="C0C0C0"/>
                </a:highlight>
                <a:latin typeface="Cambria Math" panose="02040503050406030204" pitchFamily="18" charset="0"/>
                <a:ea typeface="Cambria Math" panose="02040503050406030204" pitchFamily="18" charset="0"/>
                <a:cs typeface="Merriweather" pitchFamily="34" charset="-120"/>
              </a:rPr>
              <a:t>Background</a:t>
            </a:r>
            <a:endParaRPr lang="en-US" sz="2800" dirty="0">
              <a:solidFill>
                <a:schemeClr val="accent4"/>
              </a:solidFill>
              <a:highlight>
                <a:srgbClr val="C0C0C0"/>
              </a:highlight>
              <a:latin typeface="Cambria Math" panose="02040503050406030204" pitchFamily="18" charset="0"/>
              <a:ea typeface="Cambria Math" panose="02040503050406030204" pitchFamily="18" charset="0"/>
            </a:endParaRPr>
          </a:p>
        </p:txBody>
      </p:sp>
      <p:sp>
        <p:nvSpPr>
          <p:cNvPr id="5" name="Text 2"/>
          <p:cNvSpPr/>
          <p:nvPr/>
        </p:nvSpPr>
        <p:spPr>
          <a:xfrm>
            <a:off x="772358" y="3084790"/>
            <a:ext cx="5258572" cy="3676293"/>
          </a:xfrm>
          <a:prstGeom prst="rect">
            <a:avLst/>
          </a:prstGeom>
          <a:noFill/>
          <a:ln/>
        </p:spPr>
        <p:txBody>
          <a:bodyPr wrap="square" lIns="0" tIns="0" rIns="0" bIns="0" rtlCol="0" anchor="t"/>
          <a:lstStyle/>
          <a:p>
            <a:pPr marL="0" indent="0" algn="l">
              <a:lnSpc>
                <a:spcPts val="2600"/>
              </a:lnSpc>
              <a:buNone/>
            </a:pPr>
            <a:r>
              <a:rPr lang="en-US" sz="2400" dirty="0">
                <a:solidFill>
                  <a:schemeClr val="tx1">
                    <a:lumMod val="75000"/>
                    <a:lumOff val="25000"/>
                  </a:schemeClr>
                </a:solidFill>
                <a:latin typeface="Cambria Math" panose="02040503050406030204" pitchFamily="18" charset="0"/>
                <a:ea typeface="Cambria Math" panose="02040503050406030204" pitchFamily="18" charset="0"/>
                <a:cs typeface="Merriweather" pitchFamily="34" charset="-120"/>
              </a:rPr>
              <a:t>The digital transformation of education has accelerated the transition from traditional local development environments to cloud-based programming tools. This shift reflects the growing necessity of programming skills across all disciplines and the demand for accessible, platform-independent learning environments.</a:t>
            </a:r>
            <a:endParaRPr lang="en-US" sz="2400" dirty="0">
              <a:solidFill>
                <a:schemeClr val="tx1">
                  <a:lumMod val="75000"/>
                  <a:lumOff val="25000"/>
                </a:schemeClr>
              </a:solidFill>
              <a:latin typeface="Cambria Math" panose="02040503050406030204" pitchFamily="18" charset="0"/>
              <a:ea typeface="Cambria Math" panose="02040503050406030204" pitchFamily="18" charset="0"/>
            </a:endParaRPr>
          </a:p>
        </p:txBody>
      </p:sp>
      <p:sp>
        <p:nvSpPr>
          <p:cNvPr id="6" name="Text 3"/>
          <p:cNvSpPr/>
          <p:nvPr/>
        </p:nvSpPr>
        <p:spPr>
          <a:xfrm>
            <a:off x="8965932" y="2473762"/>
            <a:ext cx="3310057" cy="413742"/>
          </a:xfrm>
          <a:prstGeom prst="rect">
            <a:avLst/>
          </a:prstGeom>
          <a:noFill/>
          <a:ln/>
        </p:spPr>
        <p:txBody>
          <a:bodyPr wrap="none" lIns="0" tIns="0" rIns="0" bIns="0" rtlCol="0" anchor="t"/>
          <a:lstStyle/>
          <a:p>
            <a:pPr marL="0" indent="0" algn="l">
              <a:lnSpc>
                <a:spcPts val="3250"/>
              </a:lnSpc>
              <a:buNone/>
            </a:pPr>
            <a:r>
              <a:rPr lang="en-US" sz="2800" dirty="0">
                <a:solidFill>
                  <a:schemeClr val="accent4"/>
                </a:solidFill>
                <a:highlight>
                  <a:srgbClr val="C0C0C0"/>
                </a:highlight>
                <a:latin typeface="Cambria Math" panose="02040503050406030204" pitchFamily="18" charset="0"/>
                <a:ea typeface="Cambria Math" panose="02040503050406030204" pitchFamily="18" charset="0"/>
                <a:cs typeface="Merriweather" pitchFamily="34" charset="-120"/>
              </a:rPr>
              <a:t>Problem Statement</a:t>
            </a:r>
            <a:endParaRPr lang="en-US" sz="2800" dirty="0">
              <a:solidFill>
                <a:schemeClr val="accent4"/>
              </a:solidFill>
              <a:highlight>
                <a:srgbClr val="C0C0C0"/>
              </a:highlight>
              <a:latin typeface="Cambria Math" panose="02040503050406030204" pitchFamily="18" charset="0"/>
              <a:ea typeface="Cambria Math" panose="02040503050406030204" pitchFamily="18" charset="0"/>
            </a:endParaRPr>
          </a:p>
        </p:txBody>
      </p:sp>
      <p:sp>
        <p:nvSpPr>
          <p:cNvPr id="7" name="Text 4"/>
          <p:cNvSpPr/>
          <p:nvPr/>
        </p:nvSpPr>
        <p:spPr>
          <a:xfrm>
            <a:off x="8855741" y="3084790"/>
            <a:ext cx="4778066" cy="3342084"/>
          </a:xfrm>
          <a:prstGeom prst="rect">
            <a:avLst/>
          </a:prstGeom>
          <a:noFill/>
          <a:ln/>
        </p:spPr>
        <p:txBody>
          <a:bodyPr wrap="square" lIns="0" tIns="0" rIns="0" bIns="0" rtlCol="0" anchor="t"/>
          <a:lstStyle/>
          <a:p>
            <a:pPr marL="0" indent="0" algn="l">
              <a:lnSpc>
                <a:spcPts val="2600"/>
              </a:lnSpc>
              <a:buNone/>
            </a:pPr>
            <a:r>
              <a:rPr lang="en-US" sz="2400" dirty="0">
                <a:solidFill>
                  <a:schemeClr val="tx1">
                    <a:lumMod val="75000"/>
                    <a:lumOff val="25000"/>
                  </a:schemeClr>
                </a:solidFill>
                <a:latin typeface="Cambria Math" panose="02040503050406030204" pitchFamily="18" charset="0"/>
                <a:ea typeface="Cambria Math" panose="02040503050406030204" pitchFamily="18" charset="0"/>
                <a:cs typeface="Merriweather" pitchFamily="34" charset="-120"/>
              </a:rPr>
              <a:t>Current programming education faces three critical challenges: manual grading creates excessive workload for instructors, beginners struggle with complex local environment configuration, and students lack immediate feedback during practice sessions—hindering the learning process.</a:t>
            </a:r>
            <a:endParaRPr lang="en-US" sz="2400" dirty="0">
              <a:solidFill>
                <a:schemeClr val="tx1">
                  <a:lumMod val="75000"/>
                  <a:lumOff val="25000"/>
                </a:schemeClr>
              </a:solidFill>
              <a:latin typeface="Cambria Math" panose="02040503050406030204" pitchFamily="18" charset="0"/>
              <a:ea typeface="Cambria Math"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a:blip r:embed="rId3">
            <a:duotone>
              <a:schemeClr val="accent1">
                <a:shade val="45000"/>
                <a:satMod val="135000"/>
              </a:schemeClr>
              <a:prstClr val="white"/>
            </a:duotone>
          </a:blip>
          <a:tile tx="0" ty="0" sx="100000" sy="100000" flip="none" algn="tl"/>
        </a:blipFill>
        <a:effectLst/>
      </p:bgPr>
    </p:bg>
    <p:spTree>
      <p:nvGrpSpPr>
        <p:cNvPr id="1" name=""/>
        <p:cNvGrpSpPr/>
        <p:nvPr/>
      </p:nvGrpSpPr>
      <p:grpSpPr>
        <a:xfrm>
          <a:off x="0" y="0"/>
          <a:ext cx="0" cy="0"/>
          <a:chOff x="0" y="0"/>
          <a:chExt cx="0" cy="0"/>
        </a:xfrm>
      </p:grpSpPr>
      <p:sp>
        <p:nvSpPr>
          <p:cNvPr id="2" name="Text 0"/>
          <p:cNvSpPr/>
          <p:nvPr/>
        </p:nvSpPr>
        <p:spPr>
          <a:xfrm>
            <a:off x="1435537" y="1095256"/>
            <a:ext cx="4686657" cy="585788"/>
          </a:xfrm>
          <a:prstGeom prst="rect">
            <a:avLst/>
          </a:prstGeom>
          <a:noFill/>
          <a:ln/>
        </p:spPr>
        <p:txBody>
          <a:bodyPr wrap="none" lIns="0" tIns="0" rIns="0" bIns="0" rtlCol="0" anchor="t"/>
          <a:lstStyle/>
          <a:p>
            <a:pPr marL="0" indent="0" algn="l">
              <a:lnSpc>
                <a:spcPts val="4600"/>
              </a:lnSpc>
              <a:buNone/>
            </a:pPr>
            <a:r>
              <a:rPr lang="en-US" sz="4000" dirty="0">
                <a:solidFill>
                  <a:srgbClr val="002060"/>
                </a:solidFill>
                <a:latin typeface="Merriweather" pitchFamily="34" charset="0"/>
                <a:ea typeface="Merriweather" pitchFamily="34" charset="-122"/>
                <a:cs typeface="Merriweather" pitchFamily="34" charset="-120"/>
              </a:rPr>
              <a:t>Aim and Objectives</a:t>
            </a:r>
            <a:endParaRPr lang="en-US" sz="4000" dirty="0">
              <a:solidFill>
                <a:srgbClr val="002060"/>
              </a:solidFill>
            </a:endParaRPr>
          </a:p>
        </p:txBody>
      </p:sp>
      <p:sp>
        <p:nvSpPr>
          <p:cNvPr id="3" name="Text 1"/>
          <p:cNvSpPr/>
          <p:nvPr/>
        </p:nvSpPr>
        <p:spPr>
          <a:xfrm>
            <a:off x="1435537" y="1737955"/>
            <a:ext cx="2811899" cy="351472"/>
          </a:xfrm>
          <a:prstGeom prst="rect">
            <a:avLst/>
          </a:prstGeom>
          <a:noFill/>
          <a:ln/>
        </p:spPr>
        <p:txBody>
          <a:bodyPr wrap="none" lIns="0" tIns="0" rIns="0" bIns="0" rtlCol="0" anchor="t"/>
          <a:lstStyle/>
          <a:p>
            <a:pPr marL="0" indent="0" algn="l">
              <a:lnSpc>
                <a:spcPts val="2750"/>
              </a:lnSpc>
              <a:buNone/>
            </a:pPr>
            <a:r>
              <a:rPr lang="en-US" sz="2400" dirty="0">
                <a:solidFill>
                  <a:srgbClr val="609DFF"/>
                </a:solidFill>
                <a:latin typeface="Cambria Math" panose="02040503050406030204" pitchFamily="18" charset="0"/>
                <a:ea typeface="Cambria Math" panose="02040503050406030204" pitchFamily="18" charset="0"/>
                <a:cs typeface="Merriweather" pitchFamily="34" charset="-120"/>
              </a:rPr>
              <a:t>Primary Aim</a:t>
            </a:r>
            <a:endParaRPr lang="en-US" sz="2400" dirty="0">
              <a:latin typeface="Cambria Math" panose="02040503050406030204" pitchFamily="18" charset="0"/>
              <a:ea typeface="Cambria Math" panose="02040503050406030204" pitchFamily="18" charset="0"/>
            </a:endParaRPr>
          </a:p>
        </p:txBody>
      </p:sp>
      <p:sp>
        <p:nvSpPr>
          <p:cNvPr id="4" name="Text 2"/>
          <p:cNvSpPr/>
          <p:nvPr/>
        </p:nvSpPr>
        <p:spPr>
          <a:xfrm>
            <a:off x="1435537" y="2302907"/>
            <a:ext cx="11759208" cy="527685"/>
          </a:xfrm>
          <a:prstGeom prst="rect">
            <a:avLst/>
          </a:prstGeom>
          <a:noFill/>
          <a:ln/>
        </p:spPr>
        <p:txBody>
          <a:bodyPr wrap="square" lIns="0" tIns="0" rIns="0" bIns="0" rtlCol="0" anchor="t"/>
          <a:lstStyle/>
          <a:p>
            <a:pPr marL="0" indent="0" algn="l">
              <a:lnSpc>
                <a:spcPts val="205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To design and develop a secure, web-based system for automated code submission and judging that enhances programming education through instant feedback and cloud accessibility.</a:t>
            </a:r>
            <a:endParaRPr lang="en-US" sz="200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5" name="Shape 3"/>
          <p:cNvSpPr/>
          <p:nvPr/>
        </p:nvSpPr>
        <p:spPr>
          <a:xfrm>
            <a:off x="1435537" y="2990731"/>
            <a:ext cx="3824883" cy="2264450"/>
          </a:xfrm>
          <a:prstGeom prst="roundRect">
            <a:avLst>
              <a:gd name="adj" fmla="val 3477"/>
            </a:avLst>
          </a:prstGeom>
          <a:solidFill>
            <a:srgbClr val="003180"/>
          </a:solidFill>
          <a:ln w="7620">
            <a:solidFill>
              <a:srgbClr val="194A99"/>
            </a:solidFill>
            <a:prstDash val="solid"/>
          </a:ln>
        </p:spPr>
      </p:sp>
      <p:sp>
        <p:nvSpPr>
          <p:cNvPr id="6" name="Shape 4"/>
          <p:cNvSpPr/>
          <p:nvPr/>
        </p:nvSpPr>
        <p:spPr>
          <a:xfrm>
            <a:off x="1630561" y="3185755"/>
            <a:ext cx="562332" cy="562332"/>
          </a:xfrm>
          <a:prstGeom prst="roundRect">
            <a:avLst>
              <a:gd name="adj" fmla="val 16259230"/>
            </a:avLst>
          </a:prstGeom>
          <a:solidFill>
            <a:srgbClr val="609DFF"/>
          </a:solidFill>
          <a:ln/>
        </p:spPr>
      </p:sp>
      <p:pic>
        <p:nvPicPr>
          <p:cNvPr id="7" name="Image 0"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5223" y="3340418"/>
            <a:ext cx="253008" cy="253008"/>
          </a:xfrm>
          <a:prstGeom prst="rect">
            <a:avLst/>
          </a:prstGeom>
        </p:spPr>
      </p:pic>
      <p:sp>
        <p:nvSpPr>
          <p:cNvPr id="8" name="Text 5"/>
          <p:cNvSpPr/>
          <p:nvPr/>
        </p:nvSpPr>
        <p:spPr>
          <a:xfrm>
            <a:off x="1630561" y="3890367"/>
            <a:ext cx="2343269" cy="292894"/>
          </a:xfrm>
          <a:prstGeom prst="rect">
            <a:avLst/>
          </a:prstGeom>
          <a:noFill/>
          <a:ln/>
        </p:spPr>
        <p:txBody>
          <a:bodyPr wrap="none" lIns="0" tIns="0" rIns="0" bIns="0" rtlCol="0" anchor="t"/>
          <a:lstStyle/>
          <a:p>
            <a:pPr marL="0" indent="0" algn="l">
              <a:lnSpc>
                <a:spcPts val="2300"/>
              </a:lnSpc>
              <a:buNone/>
            </a:pPr>
            <a:r>
              <a:rPr lang="en-US" sz="1800" dirty="0">
                <a:solidFill>
                  <a:srgbClr val="E2E6E9"/>
                </a:solidFill>
                <a:latin typeface="Merriweather" pitchFamily="34" charset="0"/>
                <a:ea typeface="Merriweather" pitchFamily="34" charset="-122"/>
                <a:cs typeface="Merriweather" pitchFamily="34" charset="-120"/>
              </a:rPr>
              <a:t>Literature Review</a:t>
            </a:r>
            <a:endParaRPr lang="en-US" sz="1800" dirty="0"/>
          </a:p>
        </p:txBody>
      </p:sp>
      <p:sp>
        <p:nvSpPr>
          <p:cNvPr id="9" name="Text 6"/>
          <p:cNvSpPr/>
          <p:nvPr/>
        </p:nvSpPr>
        <p:spPr>
          <a:xfrm>
            <a:off x="1630561" y="4268629"/>
            <a:ext cx="3434834" cy="791527"/>
          </a:xfrm>
          <a:prstGeom prst="rect">
            <a:avLst/>
          </a:prstGeom>
          <a:noFill/>
          <a:ln/>
        </p:spPr>
        <p:txBody>
          <a:bodyPr wrap="square" lIns="0" tIns="0" rIns="0" bIns="0" rtlCol="0" anchor="t"/>
          <a:lstStyle/>
          <a:p>
            <a:pPr marL="0" indent="0" algn="l">
              <a:lnSpc>
                <a:spcPts val="2050"/>
              </a:lnSpc>
              <a:buNone/>
            </a:pPr>
            <a:r>
              <a:rPr lang="en-US" sz="1450" dirty="0">
                <a:solidFill>
                  <a:srgbClr val="E2E6E9"/>
                </a:solidFill>
                <a:latin typeface="Merriweather" pitchFamily="34" charset="0"/>
                <a:ea typeface="Merriweather" pitchFamily="34" charset="-122"/>
                <a:cs typeface="Merriweather" pitchFamily="34" charset="-120"/>
              </a:rPr>
              <a:t>Comprehensive analysis of cloud compilers and sandbox security mechanisms</a:t>
            </a:r>
            <a:endParaRPr lang="en-US" sz="1450" dirty="0"/>
          </a:p>
        </p:txBody>
      </p:sp>
      <p:sp>
        <p:nvSpPr>
          <p:cNvPr id="10" name="Shape 7"/>
          <p:cNvSpPr/>
          <p:nvPr/>
        </p:nvSpPr>
        <p:spPr>
          <a:xfrm>
            <a:off x="5402699" y="2990731"/>
            <a:ext cx="3824883" cy="2264450"/>
          </a:xfrm>
          <a:prstGeom prst="roundRect">
            <a:avLst>
              <a:gd name="adj" fmla="val 3477"/>
            </a:avLst>
          </a:prstGeom>
          <a:solidFill>
            <a:srgbClr val="003180"/>
          </a:solidFill>
          <a:ln w="7620">
            <a:solidFill>
              <a:srgbClr val="194A99"/>
            </a:solidFill>
            <a:prstDash val="solid"/>
          </a:ln>
        </p:spPr>
      </p:sp>
      <p:sp>
        <p:nvSpPr>
          <p:cNvPr id="11" name="Shape 8"/>
          <p:cNvSpPr/>
          <p:nvPr/>
        </p:nvSpPr>
        <p:spPr>
          <a:xfrm>
            <a:off x="5597723" y="3185755"/>
            <a:ext cx="562332" cy="562332"/>
          </a:xfrm>
          <a:prstGeom prst="roundRect">
            <a:avLst>
              <a:gd name="adj" fmla="val 16259230"/>
            </a:avLst>
          </a:prstGeom>
          <a:solidFill>
            <a:srgbClr val="609DFF"/>
          </a:solidFill>
          <a:ln/>
        </p:spPr>
      </p:sp>
      <p:pic>
        <p:nvPicPr>
          <p:cNvPr id="12" name="Image 1"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52386" y="3340418"/>
            <a:ext cx="253008" cy="253008"/>
          </a:xfrm>
          <a:prstGeom prst="rect">
            <a:avLst/>
          </a:prstGeom>
        </p:spPr>
      </p:pic>
      <p:sp>
        <p:nvSpPr>
          <p:cNvPr id="13" name="Text 9"/>
          <p:cNvSpPr/>
          <p:nvPr/>
        </p:nvSpPr>
        <p:spPr>
          <a:xfrm>
            <a:off x="5597723" y="3890367"/>
            <a:ext cx="2343269" cy="292894"/>
          </a:xfrm>
          <a:prstGeom prst="rect">
            <a:avLst/>
          </a:prstGeom>
          <a:noFill/>
          <a:ln/>
        </p:spPr>
        <p:txBody>
          <a:bodyPr wrap="none" lIns="0" tIns="0" rIns="0" bIns="0" rtlCol="0" anchor="t"/>
          <a:lstStyle/>
          <a:p>
            <a:pPr marL="0" indent="0" algn="l">
              <a:lnSpc>
                <a:spcPts val="2300"/>
              </a:lnSpc>
              <a:buNone/>
            </a:pPr>
            <a:r>
              <a:rPr lang="en-US" sz="1800" dirty="0">
                <a:solidFill>
                  <a:srgbClr val="E2E6E9"/>
                </a:solidFill>
                <a:latin typeface="Merriweather" pitchFamily="34" charset="0"/>
                <a:ea typeface="Merriweather" pitchFamily="34" charset="-122"/>
                <a:cs typeface="Merriweather" pitchFamily="34" charset="-120"/>
              </a:rPr>
              <a:t>System Architecture</a:t>
            </a:r>
            <a:endParaRPr lang="en-US" sz="1800" dirty="0"/>
          </a:p>
        </p:txBody>
      </p:sp>
      <p:sp>
        <p:nvSpPr>
          <p:cNvPr id="14" name="Text 10"/>
          <p:cNvSpPr/>
          <p:nvPr/>
        </p:nvSpPr>
        <p:spPr>
          <a:xfrm>
            <a:off x="5597723" y="4268629"/>
            <a:ext cx="3434834" cy="791527"/>
          </a:xfrm>
          <a:prstGeom prst="rect">
            <a:avLst/>
          </a:prstGeom>
          <a:noFill/>
          <a:ln/>
        </p:spPr>
        <p:txBody>
          <a:bodyPr wrap="square" lIns="0" tIns="0" rIns="0" bIns="0" rtlCol="0" anchor="t"/>
          <a:lstStyle/>
          <a:p>
            <a:pPr marL="0" indent="0" algn="l">
              <a:lnSpc>
                <a:spcPts val="2050"/>
              </a:lnSpc>
              <a:buNone/>
            </a:pPr>
            <a:r>
              <a:rPr lang="en-US" sz="1450" dirty="0">
                <a:solidFill>
                  <a:srgbClr val="E2E6E9"/>
                </a:solidFill>
                <a:latin typeface="Merriweather" pitchFamily="34" charset="0"/>
                <a:ea typeface="Merriweather" pitchFamily="34" charset="-122"/>
                <a:cs typeface="Merriweather" pitchFamily="34" charset="-120"/>
              </a:rPr>
              <a:t>Design microservices architecture separating web interface from execution engine</a:t>
            </a:r>
            <a:endParaRPr lang="en-US" sz="1450" dirty="0"/>
          </a:p>
        </p:txBody>
      </p:sp>
      <p:sp>
        <p:nvSpPr>
          <p:cNvPr id="15" name="Shape 11"/>
          <p:cNvSpPr/>
          <p:nvPr/>
        </p:nvSpPr>
        <p:spPr>
          <a:xfrm>
            <a:off x="9369862" y="2990731"/>
            <a:ext cx="3824883" cy="2264450"/>
          </a:xfrm>
          <a:prstGeom prst="roundRect">
            <a:avLst>
              <a:gd name="adj" fmla="val 3477"/>
            </a:avLst>
          </a:prstGeom>
          <a:solidFill>
            <a:srgbClr val="003180"/>
          </a:solidFill>
          <a:ln w="7620">
            <a:solidFill>
              <a:srgbClr val="194A99"/>
            </a:solidFill>
            <a:prstDash val="solid"/>
          </a:ln>
        </p:spPr>
      </p:sp>
      <p:sp>
        <p:nvSpPr>
          <p:cNvPr id="16" name="Shape 12"/>
          <p:cNvSpPr/>
          <p:nvPr/>
        </p:nvSpPr>
        <p:spPr>
          <a:xfrm>
            <a:off x="9564886" y="3185755"/>
            <a:ext cx="562332" cy="562332"/>
          </a:xfrm>
          <a:prstGeom prst="roundRect">
            <a:avLst>
              <a:gd name="adj" fmla="val 16259230"/>
            </a:avLst>
          </a:prstGeom>
          <a:solidFill>
            <a:srgbClr val="609DFF"/>
          </a:solidFill>
          <a:ln/>
        </p:spPr>
      </p:sp>
      <p:pic>
        <p:nvPicPr>
          <p:cNvPr id="17" name="Image 2"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19548" y="3340418"/>
            <a:ext cx="253008" cy="253008"/>
          </a:xfrm>
          <a:prstGeom prst="rect">
            <a:avLst/>
          </a:prstGeom>
        </p:spPr>
      </p:pic>
      <p:sp>
        <p:nvSpPr>
          <p:cNvPr id="18" name="Text 13"/>
          <p:cNvSpPr/>
          <p:nvPr/>
        </p:nvSpPr>
        <p:spPr>
          <a:xfrm>
            <a:off x="9564886" y="3890367"/>
            <a:ext cx="2343269" cy="292894"/>
          </a:xfrm>
          <a:prstGeom prst="rect">
            <a:avLst/>
          </a:prstGeom>
          <a:noFill/>
          <a:ln/>
        </p:spPr>
        <p:txBody>
          <a:bodyPr wrap="none" lIns="0" tIns="0" rIns="0" bIns="0" rtlCol="0" anchor="t"/>
          <a:lstStyle/>
          <a:p>
            <a:pPr marL="0" indent="0" algn="l">
              <a:lnSpc>
                <a:spcPts val="2300"/>
              </a:lnSpc>
              <a:buNone/>
            </a:pPr>
            <a:r>
              <a:rPr lang="en-US" sz="1800" dirty="0">
                <a:solidFill>
                  <a:srgbClr val="E2E6E9"/>
                </a:solidFill>
                <a:latin typeface="Merriweather" pitchFamily="34" charset="0"/>
                <a:ea typeface="Merriweather" pitchFamily="34" charset="-122"/>
                <a:cs typeface="Merriweather" pitchFamily="34" charset="-120"/>
              </a:rPr>
              <a:t>Code Editor</a:t>
            </a:r>
            <a:endParaRPr lang="en-US" sz="1800" dirty="0"/>
          </a:p>
        </p:txBody>
      </p:sp>
      <p:sp>
        <p:nvSpPr>
          <p:cNvPr id="19" name="Text 14"/>
          <p:cNvSpPr/>
          <p:nvPr/>
        </p:nvSpPr>
        <p:spPr>
          <a:xfrm>
            <a:off x="9564886" y="4268629"/>
            <a:ext cx="3434834" cy="527685"/>
          </a:xfrm>
          <a:prstGeom prst="rect">
            <a:avLst/>
          </a:prstGeom>
          <a:noFill/>
          <a:ln/>
        </p:spPr>
        <p:txBody>
          <a:bodyPr wrap="square" lIns="0" tIns="0" rIns="0" bIns="0" rtlCol="0" anchor="t"/>
          <a:lstStyle/>
          <a:p>
            <a:pPr marL="0" indent="0" algn="l">
              <a:lnSpc>
                <a:spcPts val="2050"/>
              </a:lnSpc>
              <a:buNone/>
            </a:pPr>
            <a:r>
              <a:rPr lang="en-US" sz="1450" dirty="0">
                <a:solidFill>
                  <a:srgbClr val="E2E6E9"/>
                </a:solidFill>
                <a:latin typeface="Merriweather" pitchFamily="34" charset="0"/>
                <a:ea typeface="Merriweather" pitchFamily="34" charset="-122"/>
                <a:cs typeface="Merriweather" pitchFamily="34" charset="-120"/>
              </a:rPr>
              <a:t>Implement web-based editor supporting Python, Java, and C++</a:t>
            </a:r>
            <a:endParaRPr lang="en-US" sz="1450" dirty="0"/>
          </a:p>
        </p:txBody>
      </p:sp>
      <p:sp>
        <p:nvSpPr>
          <p:cNvPr id="20" name="Shape 15"/>
          <p:cNvSpPr/>
          <p:nvPr/>
        </p:nvSpPr>
        <p:spPr>
          <a:xfrm>
            <a:off x="1435537" y="5397460"/>
            <a:ext cx="5808464" cy="1736765"/>
          </a:xfrm>
          <a:prstGeom prst="roundRect">
            <a:avLst>
              <a:gd name="adj" fmla="val 4533"/>
            </a:avLst>
          </a:prstGeom>
          <a:solidFill>
            <a:srgbClr val="003180"/>
          </a:solidFill>
          <a:ln w="7620">
            <a:solidFill>
              <a:srgbClr val="194A99"/>
            </a:solidFill>
            <a:prstDash val="solid"/>
          </a:ln>
        </p:spPr>
      </p:sp>
      <p:sp>
        <p:nvSpPr>
          <p:cNvPr id="21" name="Shape 16"/>
          <p:cNvSpPr/>
          <p:nvPr/>
        </p:nvSpPr>
        <p:spPr>
          <a:xfrm>
            <a:off x="1630561" y="5592485"/>
            <a:ext cx="562332" cy="562332"/>
          </a:xfrm>
          <a:prstGeom prst="roundRect">
            <a:avLst>
              <a:gd name="adj" fmla="val 16259230"/>
            </a:avLst>
          </a:prstGeom>
          <a:solidFill>
            <a:srgbClr val="609DFF"/>
          </a:solidFill>
          <a:ln/>
        </p:spPr>
      </p:sp>
      <p:pic>
        <p:nvPicPr>
          <p:cNvPr id="22" name="Image 3"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785223" y="5747147"/>
            <a:ext cx="253008" cy="253008"/>
          </a:xfrm>
          <a:prstGeom prst="rect">
            <a:avLst/>
          </a:prstGeom>
        </p:spPr>
      </p:pic>
      <p:sp>
        <p:nvSpPr>
          <p:cNvPr id="23" name="Text 17"/>
          <p:cNvSpPr/>
          <p:nvPr/>
        </p:nvSpPr>
        <p:spPr>
          <a:xfrm>
            <a:off x="1630561" y="6297097"/>
            <a:ext cx="2343269" cy="292894"/>
          </a:xfrm>
          <a:prstGeom prst="rect">
            <a:avLst/>
          </a:prstGeom>
          <a:noFill/>
          <a:ln/>
        </p:spPr>
        <p:txBody>
          <a:bodyPr wrap="none" lIns="0" tIns="0" rIns="0" bIns="0" rtlCol="0" anchor="t"/>
          <a:lstStyle/>
          <a:p>
            <a:pPr marL="0" indent="0" algn="l">
              <a:lnSpc>
                <a:spcPts val="2300"/>
              </a:lnSpc>
              <a:buNone/>
            </a:pPr>
            <a:r>
              <a:rPr lang="en-US" sz="1800" dirty="0">
                <a:solidFill>
                  <a:srgbClr val="E2E6E9"/>
                </a:solidFill>
                <a:latin typeface="Merriweather" pitchFamily="34" charset="0"/>
                <a:ea typeface="Merriweather" pitchFamily="34" charset="-122"/>
                <a:cs typeface="Merriweather" pitchFamily="34" charset="-120"/>
              </a:rPr>
              <a:t>Judging Engine</a:t>
            </a:r>
            <a:endParaRPr lang="en-US" sz="1800" dirty="0"/>
          </a:p>
        </p:txBody>
      </p:sp>
      <p:sp>
        <p:nvSpPr>
          <p:cNvPr id="24" name="Text 18"/>
          <p:cNvSpPr/>
          <p:nvPr/>
        </p:nvSpPr>
        <p:spPr>
          <a:xfrm>
            <a:off x="1630561" y="6675358"/>
            <a:ext cx="5418415" cy="263843"/>
          </a:xfrm>
          <a:prstGeom prst="rect">
            <a:avLst/>
          </a:prstGeom>
          <a:noFill/>
          <a:ln/>
        </p:spPr>
        <p:txBody>
          <a:bodyPr wrap="none" lIns="0" tIns="0" rIns="0" bIns="0" rtlCol="0" anchor="t"/>
          <a:lstStyle/>
          <a:p>
            <a:pPr marL="0" indent="0" algn="l">
              <a:lnSpc>
                <a:spcPts val="2050"/>
              </a:lnSpc>
              <a:buNone/>
            </a:pPr>
            <a:r>
              <a:rPr lang="en-US" sz="1450" dirty="0">
                <a:solidFill>
                  <a:srgbClr val="E2E6E9"/>
                </a:solidFill>
                <a:latin typeface="Merriweather" pitchFamily="34" charset="0"/>
                <a:ea typeface="Merriweather" pitchFamily="34" charset="-122"/>
                <a:cs typeface="Merriweather" pitchFamily="34" charset="-120"/>
              </a:rPr>
              <a:t>Develop automated judging using test-case comparison</a:t>
            </a:r>
            <a:endParaRPr lang="en-US" sz="1450" dirty="0"/>
          </a:p>
        </p:txBody>
      </p:sp>
      <p:sp>
        <p:nvSpPr>
          <p:cNvPr id="25" name="Shape 19"/>
          <p:cNvSpPr/>
          <p:nvPr/>
        </p:nvSpPr>
        <p:spPr>
          <a:xfrm>
            <a:off x="7386280" y="5397460"/>
            <a:ext cx="5808464" cy="1736765"/>
          </a:xfrm>
          <a:prstGeom prst="roundRect">
            <a:avLst>
              <a:gd name="adj" fmla="val 4533"/>
            </a:avLst>
          </a:prstGeom>
          <a:solidFill>
            <a:srgbClr val="003180"/>
          </a:solidFill>
          <a:ln w="7620">
            <a:solidFill>
              <a:srgbClr val="194A99"/>
            </a:solidFill>
            <a:prstDash val="solid"/>
          </a:ln>
        </p:spPr>
      </p:sp>
      <p:sp>
        <p:nvSpPr>
          <p:cNvPr id="26" name="Shape 20"/>
          <p:cNvSpPr/>
          <p:nvPr/>
        </p:nvSpPr>
        <p:spPr>
          <a:xfrm>
            <a:off x="7581305" y="5592485"/>
            <a:ext cx="562332" cy="562332"/>
          </a:xfrm>
          <a:prstGeom prst="roundRect">
            <a:avLst>
              <a:gd name="adj" fmla="val 16259230"/>
            </a:avLst>
          </a:prstGeom>
          <a:solidFill>
            <a:srgbClr val="609DFF"/>
          </a:solidFill>
          <a:ln/>
        </p:spPr>
      </p:sp>
      <p:pic>
        <p:nvPicPr>
          <p:cNvPr id="27" name="Image 4"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735967" y="5747147"/>
            <a:ext cx="253008" cy="253008"/>
          </a:xfrm>
          <a:prstGeom prst="rect">
            <a:avLst/>
          </a:prstGeom>
        </p:spPr>
      </p:pic>
      <p:sp>
        <p:nvSpPr>
          <p:cNvPr id="28" name="Text 21"/>
          <p:cNvSpPr/>
          <p:nvPr/>
        </p:nvSpPr>
        <p:spPr>
          <a:xfrm>
            <a:off x="7581305" y="6297097"/>
            <a:ext cx="2826068" cy="292894"/>
          </a:xfrm>
          <a:prstGeom prst="rect">
            <a:avLst/>
          </a:prstGeom>
          <a:noFill/>
          <a:ln/>
        </p:spPr>
        <p:txBody>
          <a:bodyPr wrap="none" lIns="0" tIns="0" rIns="0" bIns="0" rtlCol="0" anchor="t"/>
          <a:lstStyle/>
          <a:p>
            <a:pPr marL="0" indent="0" algn="l">
              <a:lnSpc>
                <a:spcPts val="2300"/>
              </a:lnSpc>
              <a:buNone/>
            </a:pPr>
            <a:r>
              <a:rPr lang="en-US" sz="1800" dirty="0">
                <a:solidFill>
                  <a:srgbClr val="E2E6E9"/>
                </a:solidFill>
                <a:latin typeface="Merriweather" pitchFamily="34" charset="0"/>
                <a:ea typeface="Merriweather" pitchFamily="34" charset="-122"/>
                <a:cs typeface="Merriweather" pitchFamily="34" charset="-120"/>
              </a:rPr>
              <a:t>Security Implementation</a:t>
            </a:r>
            <a:endParaRPr lang="en-US" sz="1800" dirty="0"/>
          </a:p>
        </p:txBody>
      </p:sp>
      <p:sp>
        <p:nvSpPr>
          <p:cNvPr id="29" name="Text 22"/>
          <p:cNvSpPr/>
          <p:nvPr/>
        </p:nvSpPr>
        <p:spPr>
          <a:xfrm>
            <a:off x="7581305" y="6675358"/>
            <a:ext cx="5418415" cy="263843"/>
          </a:xfrm>
          <a:prstGeom prst="rect">
            <a:avLst/>
          </a:prstGeom>
          <a:noFill/>
          <a:ln/>
        </p:spPr>
        <p:txBody>
          <a:bodyPr wrap="none" lIns="0" tIns="0" rIns="0" bIns="0" rtlCol="0" anchor="t"/>
          <a:lstStyle/>
          <a:p>
            <a:pPr marL="0" indent="0" algn="l">
              <a:lnSpc>
                <a:spcPts val="2050"/>
              </a:lnSpc>
              <a:buNone/>
            </a:pPr>
            <a:r>
              <a:rPr lang="en-US" sz="1450" dirty="0">
                <a:solidFill>
                  <a:srgbClr val="E2E6E9"/>
                </a:solidFill>
                <a:latin typeface="Merriweather" pitchFamily="34" charset="0"/>
                <a:ea typeface="Merriweather" pitchFamily="34" charset="-122"/>
                <a:cs typeface="Merriweather" pitchFamily="34" charset="-120"/>
              </a:rPr>
              <a:t>Implement secure sandboxing via Docker containers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gradFill flip="none" rotWithShape="1">
          <a:gsLst>
            <a:gs pos="0">
              <a:schemeClr val="accent2">
                <a:lumMod val="75000"/>
              </a:schemeClr>
            </a:gs>
            <a:gs pos="74000">
              <a:schemeClr val="accent4">
                <a:lumMod val="45000"/>
                <a:lumOff val="55000"/>
              </a:schemeClr>
            </a:gs>
            <a:gs pos="80000">
              <a:schemeClr val="accent4">
                <a:lumMod val="45000"/>
                <a:lumOff val="55000"/>
              </a:schemeClr>
            </a:gs>
            <a:gs pos="100000">
              <a:schemeClr val="accent4">
                <a:lumMod val="30000"/>
                <a:lumOff val="70000"/>
              </a:schemeClr>
            </a:gs>
          </a:gsLst>
          <a:lin ang="2700000" scaled="1"/>
          <a:tileRect/>
        </a:gra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390299"/>
          </a:xfrm>
          <a:prstGeom prst="rect">
            <a:avLst/>
          </a:prstGeom>
        </p:spPr>
      </p:pic>
      <p:sp>
        <p:nvSpPr>
          <p:cNvPr id="3" name="Text 0"/>
          <p:cNvSpPr/>
          <p:nvPr/>
        </p:nvSpPr>
        <p:spPr>
          <a:xfrm>
            <a:off x="1317427" y="3542109"/>
            <a:ext cx="4780717" cy="597456"/>
          </a:xfrm>
          <a:prstGeom prst="rect">
            <a:avLst/>
          </a:prstGeom>
          <a:noFill/>
          <a:ln/>
        </p:spPr>
        <p:txBody>
          <a:bodyPr wrap="none" lIns="0" tIns="0" rIns="0" bIns="0" rtlCol="0" anchor="t"/>
          <a:lstStyle/>
          <a:p>
            <a:pPr marL="0" indent="0" algn="l">
              <a:lnSpc>
                <a:spcPts val="4700"/>
              </a:lnSpc>
              <a:buNone/>
            </a:pPr>
            <a:r>
              <a:rPr lang="en-US" sz="4000" dirty="0">
                <a:solidFill>
                  <a:schemeClr val="accent4">
                    <a:lumMod val="50000"/>
                  </a:schemeClr>
                </a:solidFill>
                <a:latin typeface="Cambria Math" panose="02040503050406030204" pitchFamily="18" charset="0"/>
                <a:ea typeface="Cambria Math" panose="02040503050406030204" pitchFamily="18" charset="0"/>
                <a:cs typeface="Merriweather" pitchFamily="34" charset="-120"/>
              </a:rPr>
              <a:t>Literature Review</a:t>
            </a:r>
            <a:endParaRPr lang="en-US" sz="4000" dirty="0">
              <a:solidFill>
                <a:schemeClr val="accent4">
                  <a:lumMod val="50000"/>
                </a:schemeClr>
              </a:solidFill>
              <a:latin typeface="Cambria Math" panose="02040503050406030204" pitchFamily="18" charset="0"/>
              <a:ea typeface="Cambria Math" panose="02040503050406030204" pitchFamily="18" charset="0"/>
            </a:endParaRPr>
          </a:p>
        </p:txBody>
      </p:sp>
      <p:sp>
        <p:nvSpPr>
          <p:cNvPr id="4" name="Shape 1"/>
          <p:cNvSpPr/>
          <p:nvPr/>
        </p:nvSpPr>
        <p:spPr>
          <a:xfrm>
            <a:off x="1317427" y="4361736"/>
            <a:ext cx="3899654" cy="2716054"/>
          </a:xfrm>
          <a:prstGeom prst="roundRect">
            <a:avLst>
              <a:gd name="adj" fmla="val 4040"/>
            </a:avLst>
          </a:prstGeom>
          <a:solidFill>
            <a:schemeClr val="accent2">
              <a:lumMod val="75000"/>
              <a:alpha val="95000"/>
            </a:schemeClr>
          </a:solidFill>
          <a:ln w="22860">
            <a:solidFill>
              <a:srgbClr val="194A99"/>
            </a:solidFill>
            <a:prstDash val="solid"/>
          </a:ln>
        </p:spPr>
      </p:sp>
      <p:sp>
        <p:nvSpPr>
          <p:cNvPr id="5" name="Shape 2"/>
          <p:cNvSpPr/>
          <p:nvPr/>
        </p:nvSpPr>
        <p:spPr>
          <a:xfrm>
            <a:off x="1294567" y="4361736"/>
            <a:ext cx="91440" cy="2716054"/>
          </a:xfrm>
          <a:prstGeom prst="roundRect">
            <a:avLst>
              <a:gd name="adj" fmla="val 87837"/>
            </a:avLst>
          </a:prstGeom>
          <a:solidFill>
            <a:schemeClr val="accent2">
              <a:lumMod val="60000"/>
              <a:lumOff val="40000"/>
            </a:schemeClr>
          </a:solidFill>
          <a:ln/>
        </p:spPr>
      </p:sp>
      <p:sp>
        <p:nvSpPr>
          <p:cNvPr id="6" name="Text 3"/>
          <p:cNvSpPr/>
          <p:nvPr/>
        </p:nvSpPr>
        <p:spPr>
          <a:xfrm>
            <a:off x="1600081" y="4575810"/>
            <a:ext cx="2586157" cy="298847"/>
          </a:xfrm>
          <a:prstGeom prst="rect">
            <a:avLst/>
          </a:prstGeom>
          <a:noFill/>
          <a:ln/>
        </p:spPr>
        <p:txBody>
          <a:bodyPr wrap="none" lIns="0" tIns="0" rIns="0" bIns="0" rtlCol="0" anchor="t"/>
          <a:lstStyle/>
          <a:p>
            <a:pPr marL="0" indent="0" algn="l">
              <a:lnSpc>
                <a:spcPts val="2350"/>
              </a:lnSpc>
              <a:buNone/>
            </a:pPr>
            <a:r>
              <a:rPr lang="en-US" sz="2400" dirty="0">
                <a:solidFill>
                  <a:srgbClr val="E2E6E9"/>
                </a:solidFill>
                <a:latin typeface="Cambria Math" panose="02040503050406030204" pitchFamily="18" charset="0"/>
                <a:ea typeface="Cambria Math" panose="02040503050406030204" pitchFamily="18" charset="0"/>
                <a:cs typeface="Merriweather" pitchFamily="34" charset="-120"/>
              </a:rPr>
              <a:t>Evolution of Web-IDEs</a:t>
            </a:r>
            <a:endParaRPr lang="en-US" sz="2400" dirty="0">
              <a:latin typeface="Cambria Math" panose="02040503050406030204" pitchFamily="18" charset="0"/>
              <a:ea typeface="Cambria Math" panose="02040503050406030204" pitchFamily="18" charset="0"/>
            </a:endParaRPr>
          </a:p>
        </p:txBody>
      </p:sp>
      <p:sp>
        <p:nvSpPr>
          <p:cNvPr id="7" name="Text 4"/>
          <p:cNvSpPr/>
          <p:nvPr/>
        </p:nvSpPr>
        <p:spPr>
          <a:xfrm>
            <a:off x="1600081" y="4963478"/>
            <a:ext cx="3402925" cy="1900238"/>
          </a:xfrm>
          <a:prstGeom prst="rect">
            <a:avLst/>
          </a:prstGeom>
          <a:noFill/>
          <a:ln/>
        </p:spPr>
        <p:txBody>
          <a:bodyPr wrap="square" lIns="0" tIns="0" rIns="0" bIns="0" rtlCol="0" anchor="t"/>
          <a:lstStyle/>
          <a:p>
            <a:pPr marL="0" indent="0" algn="l">
              <a:lnSpc>
                <a:spcPts val="2100"/>
              </a:lnSpc>
              <a:buNone/>
            </a:pPr>
            <a:r>
              <a:rPr lang="en-US" sz="1500" dirty="0">
                <a:solidFill>
                  <a:srgbClr val="E2E6E9"/>
                </a:solidFill>
                <a:latin typeface="Cambria Math" panose="02040503050406030204" pitchFamily="18" charset="0"/>
                <a:ea typeface="Cambria Math" panose="02040503050406030204" pitchFamily="18" charset="0"/>
                <a:cs typeface="Merriweather" pitchFamily="34" charset="-120"/>
              </a:rPr>
              <a:t>Research demonstrates a clear industry shift towards zero-setup cloud environments for educational purposes, eliminating configuration barriers and enabling immediate coding practice across diverse hardware platforms.</a:t>
            </a:r>
            <a:endParaRPr lang="en-US" sz="1500" dirty="0">
              <a:latin typeface="Cambria Math" panose="02040503050406030204" pitchFamily="18" charset="0"/>
              <a:ea typeface="Cambria Math" panose="02040503050406030204" pitchFamily="18" charset="0"/>
            </a:endParaRPr>
          </a:p>
        </p:txBody>
      </p:sp>
      <p:sp>
        <p:nvSpPr>
          <p:cNvPr id="8" name="Shape 5"/>
          <p:cNvSpPr/>
          <p:nvPr/>
        </p:nvSpPr>
        <p:spPr>
          <a:xfrm>
            <a:off x="5365194" y="4361736"/>
            <a:ext cx="3899773" cy="2716054"/>
          </a:xfrm>
          <a:prstGeom prst="roundRect">
            <a:avLst>
              <a:gd name="adj" fmla="val 4040"/>
            </a:avLst>
          </a:prstGeom>
          <a:solidFill>
            <a:schemeClr val="accent2">
              <a:lumMod val="75000"/>
              <a:alpha val="95000"/>
            </a:schemeClr>
          </a:solidFill>
          <a:ln w="22860">
            <a:solidFill>
              <a:srgbClr val="194A99"/>
            </a:solidFill>
            <a:prstDash val="solid"/>
          </a:ln>
        </p:spPr>
      </p:sp>
      <p:sp>
        <p:nvSpPr>
          <p:cNvPr id="9" name="Shape 6"/>
          <p:cNvSpPr/>
          <p:nvPr/>
        </p:nvSpPr>
        <p:spPr>
          <a:xfrm>
            <a:off x="5342334" y="4361736"/>
            <a:ext cx="91440" cy="2716054"/>
          </a:xfrm>
          <a:prstGeom prst="roundRect">
            <a:avLst>
              <a:gd name="adj" fmla="val 87837"/>
            </a:avLst>
          </a:prstGeom>
          <a:solidFill>
            <a:schemeClr val="accent2">
              <a:lumMod val="60000"/>
              <a:lumOff val="40000"/>
            </a:schemeClr>
          </a:solidFill>
          <a:ln/>
        </p:spPr>
      </p:sp>
      <p:sp>
        <p:nvSpPr>
          <p:cNvPr id="10" name="Text 7"/>
          <p:cNvSpPr/>
          <p:nvPr/>
        </p:nvSpPr>
        <p:spPr>
          <a:xfrm>
            <a:off x="5647849" y="4575810"/>
            <a:ext cx="2829997" cy="298847"/>
          </a:xfrm>
          <a:prstGeom prst="rect">
            <a:avLst/>
          </a:prstGeom>
          <a:noFill/>
          <a:ln/>
        </p:spPr>
        <p:txBody>
          <a:bodyPr wrap="none" lIns="0" tIns="0" rIns="0" bIns="0" rtlCol="0" anchor="t"/>
          <a:lstStyle/>
          <a:p>
            <a:pPr marL="0" indent="0" algn="l">
              <a:lnSpc>
                <a:spcPts val="2350"/>
              </a:lnSpc>
              <a:buNone/>
            </a:pPr>
            <a:r>
              <a:rPr lang="en-US" sz="2400" dirty="0">
                <a:solidFill>
                  <a:srgbClr val="E2E6E9"/>
                </a:solidFill>
                <a:latin typeface="Cambria Math" panose="02040503050406030204" pitchFamily="18" charset="0"/>
                <a:ea typeface="Cambria Math" panose="02040503050406030204" pitchFamily="18" charset="0"/>
                <a:cs typeface="Merriweather" pitchFamily="34" charset="-120"/>
              </a:rPr>
              <a:t>Modern OJ Architectures</a:t>
            </a:r>
            <a:endParaRPr lang="en-US" sz="2400" dirty="0">
              <a:latin typeface="Cambria Math" panose="02040503050406030204" pitchFamily="18" charset="0"/>
              <a:ea typeface="Cambria Math" panose="02040503050406030204" pitchFamily="18" charset="0"/>
            </a:endParaRPr>
          </a:p>
        </p:txBody>
      </p:sp>
      <p:sp>
        <p:nvSpPr>
          <p:cNvPr id="11" name="Text 8"/>
          <p:cNvSpPr/>
          <p:nvPr/>
        </p:nvSpPr>
        <p:spPr>
          <a:xfrm>
            <a:off x="5647849" y="4963478"/>
            <a:ext cx="3403044" cy="1900238"/>
          </a:xfrm>
          <a:prstGeom prst="rect">
            <a:avLst/>
          </a:prstGeom>
          <a:noFill/>
          <a:ln/>
        </p:spPr>
        <p:txBody>
          <a:bodyPr wrap="square" lIns="0" tIns="0" rIns="0" bIns="0" rtlCol="0" anchor="t"/>
          <a:lstStyle/>
          <a:p>
            <a:pPr marL="0" indent="0" algn="l">
              <a:lnSpc>
                <a:spcPts val="2100"/>
              </a:lnSpc>
              <a:buNone/>
            </a:pPr>
            <a:r>
              <a:rPr lang="en-US" sz="1500" dirty="0">
                <a:solidFill>
                  <a:srgbClr val="E2E6E9"/>
                </a:solidFill>
                <a:latin typeface="Cambria Math" panose="02040503050406030204" pitchFamily="18" charset="0"/>
                <a:ea typeface="Cambria Math" panose="02040503050406030204" pitchFamily="18" charset="0"/>
                <a:cs typeface="Merriweather" pitchFamily="34" charset="-120"/>
              </a:rPr>
              <a:t>Contemporary Online Judge systems have evolved from monolithic structures to scalable microservices-based architectures, significantly improving system maintainability, horizontal scaling capabilities, and deployment flexibility.</a:t>
            </a:r>
            <a:endParaRPr lang="en-US" sz="1500" dirty="0">
              <a:latin typeface="Cambria Math" panose="02040503050406030204" pitchFamily="18" charset="0"/>
              <a:ea typeface="Cambria Math" panose="02040503050406030204" pitchFamily="18" charset="0"/>
            </a:endParaRPr>
          </a:p>
        </p:txBody>
      </p:sp>
      <p:sp>
        <p:nvSpPr>
          <p:cNvPr id="12" name="Shape 9"/>
          <p:cNvSpPr/>
          <p:nvPr/>
        </p:nvSpPr>
        <p:spPr>
          <a:xfrm>
            <a:off x="9413081" y="4361736"/>
            <a:ext cx="3899773" cy="2716054"/>
          </a:xfrm>
          <a:prstGeom prst="roundRect">
            <a:avLst>
              <a:gd name="adj" fmla="val 4040"/>
            </a:avLst>
          </a:prstGeom>
          <a:solidFill>
            <a:schemeClr val="accent2">
              <a:lumMod val="75000"/>
              <a:alpha val="95000"/>
            </a:schemeClr>
          </a:solidFill>
          <a:ln w="22860">
            <a:solidFill>
              <a:srgbClr val="194A99"/>
            </a:solidFill>
            <a:prstDash val="solid"/>
          </a:ln>
        </p:spPr>
      </p:sp>
      <p:sp>
        <p:nvSpPr>
          <p:cNvPr id="13" name="Shape 10"/>
          <p:cNvSpPr/>
          <p:nvPr/>
        </p:nvSpPr>
        <p:spPr>
          <a:xfrm>
            <a:off x="9390221" y="4361736"/>
            <a:ext cx="91440" cy="2716054"/>
          </a:xfrm>
          <a:prstGeom prst="roundRect">
            <a:avLst>
              <a:gd name="adj" fmla="val 87837"/>
            </a:avLst>
          </a:prstGeom>
          <a:solidFill>
            <a:schemeClr val="accent2">
              <a:lumMod val="60000"/>
              <a:lumOff val="40000"/>
            </a:schemeClr>
          </a:solidFill>
          <a:ln/>
        </p:spPr>
      </p:sp>
      <p:sp>
        <p:nvSpPr>
          <p:cNvPr id="14" name="Text 11"/>
          <p:cNvSpPr/>
          <p:nvPr/>
        </p:nvSpPr>
        <p:spPr>
          <a:xfrm>
            <a:off x="9695736" y="4575810"/>
            <a:ext cx="2390299" cy="298847"/>
          </a:xfrm>
          <a:prstGeom prst="rect">
            <a:avLst/>
          </a:prstGeom>
          <a:noFill/>
          <a:ln/>
        </p:spPr>
        <p:txBody>
          <a:bodyPr wrap="none" lIns="0" tIns="0" rIns="0" bIns="0" rtlCol="0" anchor="t"/>
          <a:lstStyle/>
          <a:p>
            <a:pPr marL="0" indent="0" algn="l">
              <a:lnSpc>
                <a:spcPts val="2350"/>
              </a:lnSpc>
              <a:buNone/>
            </a:pPr>
            <a:r>
              <a:rPr lang="en-US" sz="2400" dirty="0">
                <a:solidFill>
                  <a:srgbClr val="E2E6E9"/>
                </a:solidFill>
                <a:latin typeface="Cambria Math" panose="02040503050406030204" pitchFamily="18" charset="0"/>
                <a:ea typeface="Cambria Math" panose="02040503050406030204" pitchFamily="18" charset="0"/>
                <a:cs typeface="Merriweather" pitchFamily="34" charset="-120"/>
              </a:rPr>
              <a:t>Security Challenges</a:t>
            </a:r>
            <a:endParaRPr lang="en-US" sz="2400" dirty="0">
              <a:latin typeface="Cambria Math" panose="02040503050406030204" pitchFamily="18" charset="0"/>
              <a:ea typeface="Cambria Math" panose="02040503050406030204" pitchFamily="18" charset="0"/>
            </a:endParaRPr>
          </a:p>
        </p:txBody>
      </p:sp>
      <p:sp>
        <p:nvSpPr>
          <p:cNvPr id="15" name="Text 12"/>
          <p:cNvSpPr/>
          <p:nvPr/>
        </p:nvSpPr>
        <p:spPr>
          <a:xfrm>
            <a:off x="9695736" y="4963478"/>
            <a:ext cx="3403044" cy="1900238"/>
          </a:xfrm>
          <a:prstGeom prst="rect">
            <a:avLst/>
          </a:prstGeom>
          <a:noFill/>
          <a:ln/>
        </p:spPr>
        <p:txBody>
          <a:bodyPr wrap="square" lIns="0" tIns="0" rIns="0" bIns="0" rtlCol="0" anchor="t"/>
          <a:lstStyle/>
          <a:p>
            <a:pPr marL="0" indent="0" algn="l">
              <a:lnSpc>
                <a:spcPts val="2100"/>
              </a:lnSpc>
              <a:buNone/>
            </a:pPr>
            <a:r>
              <a:rPr lang="en-US" sz="1500" dirty="0">
                <a:solidFill>
                  <a:srgbClr val="E2E6E9"/>
                </a:solidFill>
                <a:latin typeface="Cambria Math" panose="02040503050406030204" pitchFamily="18" charset="0"/>
                <a:ea typeface="Cambria Math" panose="02040503050406030204" pitchFamily="18" charset="0"/>
                <a:cs typeface="Merriweather" pitchFamily="34" charset="-120"/>
              </a:rPr>
              <a:t>Academic literature emphasizes the critical importance of robust isolation mechanisms—particularly containerization—to prevent Remote Code Execution (RCE) attacks and ensure system security in multi-user judging environments.</a:t>
            </a:r>
            <a:endParaRPr lang="en-US" sz="1500" dirty="0">
              <a:latin typeface="Cambria Math" panose="02040503050406030204" pitchFamily="18" charset="0"/>
              <a:ea typeface="Cambria Math"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colorTemperature colorTemp="5900"/>
                    </a14:imgEffect>
                    <a14:imgEffect>
                      <a14:saturation sat="33000"/>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sp>
        <p:nvSpPr>
          <p:cNvPr id="2" name="Text 0"/>
          <p:cNvSpPr/>
          <p:nvPr/>
        </p:nvSpPr>
        <p:spPr>
          <a:xfrm>
            <a:off x="828556" y="905589"/>
            <a:ext cx="5918597" cy="739735"/>
          </a:xfrm>
          <a:prstGeom prst="rect">
            <a:avLst/>
          </a:prstGeom>
          <a:noFill/>
          <a:ln/>
        </p:spPr>
        <p:txBody>
          <a:bodyPr wrap="none" lIns="0" tIns="0" rIns="0" bIns="0" rtlCol="0" anchor="t"/>
          <a:lstStyle/>
          <a:p>
            <a:pPr marL="0" indent="0" algn="l">
              <a:lnSpc>
                <a:spcPts val="5800"/>
              </a:lnSpc>
              <a:buNone/>
            </a:pPr>
            <a:r>
              <a:rPr lang="en-US" sz="4650" dirty="0">
                <a:solidFill>
                  <a:srgbClr val="FF3300"/>
                </a:solidFill>
                <a:latin typeface="Merriweather" pitchFamily="34" charset="0"/>
                <a:ea typeface="Merriweather" pitchFamily="34" charset="-122"/>
                <a:cs typeface="Merriweather" pitchFamily="34" charset="-120"/>
              </a:rPr>
              <a:t>Methodology</a:t>
            </a:r>
            <a:endParaRPr lang="en-US" sz="4650" dirty="0">
              <a:solidFill>
                <a:srgbClr val="FF3300"/>
              </a:solidFill>
            </a:endParaRPr>
          </a:p>
        </p:txBody>
      </p:sp>
      <p:sp>
        <p:nvSpPr>
          <p:cNvPr id="3" name="Text 1"/>
          <p:cNvSpPr/>
          <p:nvPr/>
        </p:nvSpPr>
        <p:spPr>
          <a:xfrm>
            <a:off x="828556" y="2212896"/>
            <a:ext cx="4014192" cy="443865"/>
          </a:xfrm>
          <a:prstGeom prst="rect">
            <a:avLst/>
          </a:prstGeom>
          <a:noFill/>
          <a:ln/>
        </p:spPr>
        <p:txBody>
          <a:bodyPr wrap="none" lIns="0" tIns="0" rIns="0" bIns="0" rtlCol="0" anchor="t"/>
          <a:lstStyle/>
          <a:p>
            <a:pPr marL="0" indent="0" algn="l">
              <a:lnSpc>
                <a:spcPts val="3450"/>
              </a:lnSpc>
              <a:buNone/>
            </a:pPr>
            <a:r>
              <a:rPr lang="en-US" sz="2750" dirty="0">
                <a:solidFill>
                  <a:srgbClr val="609DFF"/>
                </a:solidFill>
                <a:latin typeface="Cambria Math" panose="02040503050406030204" pitchFamily="18" charset="0"/>
                <a:ea typeface="Cambria Math" panose="02040503050406030204" pitchFamily="18" charset="0"/>
                <a:cs typeface="Merriweather" pitchFamily="34" charset="-120"/>
              </a:rPr>
              <a:t>Development Approach</a:t>
            </a:r>
            <a:endParaRPr lang="en-US" sz="2750" dirty="0">
              <a:latin typeface="Cambria Math" panose="02040503050406030204" pitchFamily="18" charset="0"/>
              <a:ea typeface="Cambria Math" panose="02040503050406030204" pitchFamily="18" charset="0"/>
            </a:endParaRPr>
          </a:p>
        </p:txBody>
      </p:sp>
      <p:sp>
        <p:nvSpPr>
          <p:cNvPr id="4" name="Text 2"/>
          <p:cNvSpPr/>
          <p:nvPr/>
        </p:nvSpPr>
        <p:spPr>
          <a:xfrm>
            <a:off x="828556" y="2738039"/>
            <a:ext cx="8230433" cy="1854398"/>
          </a:xfrm>
          <a:prstGeom prst="rect">
            <a:avLst/>
          </a:prstGeom>
          <a:noFill/>
          <a:ln/>
        </p:spPr>
        <p:txBody>
          <a:bodyPr wrap="square" lIns="0" tIns="0" rIns="0" bIns="0" rtlCol="0" anchor="t"/>
          <a:lstStyle/>
          <a:p>
            <a:pPr marL="0" indent="0" algn="l">
              <a:lnSpc>
                <a:spcPts val="2900"/>
              </a:lnSpc>
              <a:buNone/>
            </a:pP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The Agile Development Methodology, specifically implementing the Scrum framework, will guide the entire development lifecycle. This approach enables iterative development cycles, continuous testing protocols, and systematic feedback integration from stakeholders throughout the project duration.</a:t>
            </a:r>
          </a:p>
          <a:p>
            <a:pPr marL="0" indent="0" algn="l">
              <a:lnSpc>
                <a:spcPts val="2900"/>
              </a:lnSpc>
              <a:buNone/>
            </a:pP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5" name="Text 3"/>
          <p:cNvSpPr/>
          <p:nvPr/>
        </p:nvSpPr>
        <p:spPr>
          <a:xfrm>
            <a:off x="828556" y="5173508"/>
            <a:ext cx="3551158" cy="443865"/>
          </a:xfrm>
          <a:prstGeom prst="rect">
            <a:avLst/>
          </a:prstGeom>
          <a:noFill/>
          <a:ln/>
        </p:spPr>
        <p:txBody>
          <a:bodyPr wrap="none" lIns="0" tIns="0" rIns="0" bIns="0" rtlCol="0" anchor="t"/>
          <a:lstStyle/>
          <a:p>
            <a:pPr marL="0" indent="0" algn="l">
              <a:lnSpc>
                <a:spcPts val="3450"/>
              </a:lnSpc>
              <a:buNone/>
            </a:pPr>
            <a:r>
              <a:rPr lang="en-US" sz="2750" dirty="0">
                <a:solidFill>
                  <a:srgbClr val="609DFF"/>
                </a:solidFill>
                <a:latin typeface="Cambria Math" panose="02040503050406030204" pitchFamily="18" charset="0"/>
                <a:ea typeface="Cambria Math" panose="02040503050406030204" pitchFamily="18" charset="0"/>
                <a:cs typeface="Merriweather" pitchFamily="34" charset="-120"/>
              </a:rPr>
              <a:t>System Architecture</a:t>
            </a:r>
            <a:endParaRPr lang="en-US" sz="2750" dirty="0">
              <a:latin typeface="Cambria Math" panose="02040503050406030204" pitchFamily="18" charset="0"/>
              <a:ea typeface="Cambria Math" panose="02040503050406030204" pitchFamily="18" charset="0"/>
            </a:endParaRPr>
          </a:p>
        </p:txBody>
      </p:sp>
      <p:sp>
        <p:nvSpPr>
          <p:cNvPr id="6" name="Text 4"/>
          <p:cNvSpPr/>
          <p:nvPr/>
        </p:nvSpPr>
        <p:spPr>
          <a:xfrm>
            <a:off x="828555" y="5617373"/>
            <a:ext cx="8230433" cy="1483519"/>
          </a:xfrm>
          <a:prstGeom prst="rect">
            <a:avLst/>
          </a:prstGeom>
          <a:noFill/>
          <a:ln/>
        </p:spPr>
        <p:txBody>
          <a:bodyPr wrap="square" lIns="0" tIns="0" rIns="0" bIns="0" rtlCol="0" anchor="t"/>
          <a:lstStyle/>
          <a:p>
            <a:pPr marL="0" indent="0" algn="l">
              <a:lnSpc>
                <a:spcPts val="2900"/>
              </a:lnSpc>
              <a:buNone/>
            </a:pP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A decoupled, microservices-based architecture ensures modularity and scalability. The frontend web interface communicates with separate backend services through defined APIs, whilst the execution engine operates independently within secure containerized environments.</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7" name="Text 5"/>
          <p:cNvSpPr/>
          <p:nvPr/>
        </p:nvSpPr>
        <p:spPr>
          <a:xfrm>
            <a:off x="9644063" y="2212896"/>
            <a:ext cx="2959298" cy="369927"/>
          </a:xfrm>
          <a:prstGeom prst="rect">
            <a:avLst/>
          </a:prstGeom>
          <a:noFill/>
          <a:ln/>
        </p:spPr>
        <p:txBody>
          <a:bodyPr wrap="none" lIns="0" tIns="0" rIns="0" bIns="0" rtlCol="0" anchor="t"/>
          <a:lstStyle/>
          <a:p>
            <a:pPr marL="0" indent="0" algn="l">
              <a:lnSpc>
                <a:spcPts val="2900"/>
              </a:lnSpc>
              <a:buNone/>
            </a:pPr>
            <a:r>
              <a:rPr lang="en-US" sz="2300" dirty="0">
                <a:solidFill>
                  <a:srgbClr val="FF3300"/>
                </a:solidFill>
                <a:latin typeface="Cambria Math" panose="02040503050406030204" pitchFamily="18" charset="0"/>
                <a:ea typeface="Cambria Math" panose="02040503050406030204" pitchFamily="18" charset="0"/>
                <a:cs typeface="Merriweather" pitchFamily="34" charset="-120"/>
              </a:rPr>
              <a:t>Technology Stack</a:t>
            </a:r>
            <a:endParaRPr lang="en-US" sz="2300" dirty="0">
              <a:solidFill>
                <a:srgbClr val="FF3300"/>
              </a:solidFill>
              <a:latin typeface="Cambria Math" panose="02040503050406030204" pitchFamily="18" charset="0"/>
              <a:ea typeface="Cambria Math" panose="02040503050406030204" pitchFamily="18" charset="0"/>
            </a:endParaRPr>
          </a:p>
        </p:txBody>
      </p:sp>
      <p:sp>
        <p:nvSpPr>
          <p:cNvPr id="8" name="Text 6"/>
          <p:cNvSpPr/>
          <p:nvPr/>
        </p:nvSpPr>
        <p:spPr>
          <a:xfrm>
            <a:off x="9644063" y="2809875"/>
            <a:ext cx="4165282" cy="1855299"/>
          </a:xfrm>
          <a:prstGeom prst="rect">
            <a:avLst/>
          </a:prstGeom>
          <a:noFill/>
          <a:ln/>
        </p:spPr>
        <p:txBody>
          <a:bodyPr wrap="square" lIns="0" tIns="0" rIns="0" bIns="0" rtlCol="0" anchor="t"/>
          <a:lstStyle/>
          <a:p>
            <a:pPr marL="342900" indent="-342900" algn="l">
              <a:lnSpc>
                <a:spcPts val="2900"/>
              </a:lnSpc>
              <a:buSzPct val="100000"/>
              <a:buChar char="•"/>
            </a:pPr>
            <a:r>
              <a:rPr lang="en-US" sz="2400" b="1"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Frontend:</a:t>
            </a: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 React</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a:p>
            <a:pPr marL="342900" indent="-342900" algn="l">
              <a:lnSpc>
                <a:spcPts val="2900"/>
              </a:lnSpc>
              <a:buSzPct val="100000"/>
              <a:buChar char="•"/>
            </a:pPr>
            <a:r>
              <a:rPr lang="en-US" sz="2400" b="1"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Backend:</a:t>
            </a: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 Node.js &amp; Express</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a:p>
            <a:pPr marL="342900" indent="-342900" algn="l">
              <a:lnSpc>
                <a:spcPts val="2900"/>
              </a:lnSpc>
              <a:buSzPct val="100000"/>
              <a:buChar char="•"/>
            </a:pPr>
            <a:r>
              <a:rPr lang="en-US" sz="2400" b="1"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Database:</a:t>
            </a: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 MongoDB</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a:p>
            <a:pPr marL="342900" indent="-342900" algn="l">
              <a:lnSpc>
                <a:spcPts val="2900"/>
              </a:lnSpc>
              <a:buSzPct val="100000"/>
              <a:buChar char="•"/>
            </a:pPr>
            <a:r>
              <a:rPr lang="en-US" sz="2400" b="1"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Execution:</a:t>
            </a: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 Docker</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a:p>
            <a:pPr marL="342900" indent="-342900" algn="l">
              <a:lnSpc>
                <a:spcPts val="2900"/>
              </a:lnSpc>
              <a:buSzPct val="100000"/>
              <a:buChar char="•"/>
            </a:pPr>
            <a:r>
              <a:rPr lang="en-US" sz="2400" b="1"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Testing:</a:t>
            </a: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 Jest &amp; Mocha</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colorTemperature colorTemp="5300"/>
                    </a14:imgEffect>
                    <a14:imgEffect>
                      <a14:saturation sat="300000"/>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tretch>
            <a:fillRect/>
          </a:stretch>
        </p:blipFill>
        <p:spPr>
          <a:xfrm>
            <a:off x="0" y="0"/>
            <a:ext cx="5486400" cy="8229600"/>
          </a:xfrm>
          <a:prstGeom prst="rect">
            <a:avLst/>
          </a:prstGeom>
        </p:spPr>
      </p:pic>
      <p:sp>
        <p:nvSpPr>
          <p:cNvPr id="3" name="Text 0"/>
          <p:cNvSpPr/>
          <p:nvPr/>
        </p:nvSpPr>
        <p:spPr>
          <a:xfrm>
            <a:off x="5986582" y="1824276"/>
            <a:ext cx="5483781" cy="446603"/>
          </a:xfrm>
          <a:prstGeom prst="rect">
            <a:avLst/>
          </a:prstGeom>
          <a:noFill/>
          <a:ln/>
        </p:spPr>
        <p:txBody>
          <a:bodyPr wrap="none" lIns="0" tIns="0" rIns="0" bIns="0" rtlCol="0" anchor="t"/>
          <a:lstStyle/>
          <a:p>
            <a:pPr marL="0" indent="0" algn="l">
              <a:lnSpc>
                <a:spcPts val="3500"/>
              </a:lnSpc>
              <a:buNone/>
            </a:pPr>
            <a:r>
              <a:rPr lang="en-US" sz="2800" dirty="0">
                <a:solidFill>
                  <a:srgbClr val="FF3300"/>
                </a:solidFill>
                <a:latin typeface="Merriweather" pitchFamily="34" charset="0"/>
                <a:ea typeface="Merriweather" pitchFamily="34" charset="-122"/>
                <a:cs typeface="Merriweather" pitchFamily="34" charset="-120"/>
              </a:rPr>
              <a:t>Expected Results &amp; Significance</a:t>
            </a:r>
            <a:endParaRPr lang="en-US" sz="2800" dirty="0">
              <a:solidFill>
                <a:srgbClr val="FF3300"/>
              </a:solidFill>
            </a:endParaRPr>
          </a:p>
        </p:txBody>
      </p:sp>
      <p:sp>
        <p:nvSpPr>
          <p:cNvPr id="4" name="Text 1"/>
          <p:cNvSpPr/>
          <p:nvPr/>
        </p:nvSpPr>
        <p:spPr>
          <a:xfrm>
            <a:off x="5986582" y="2303978"/>
            <a:ext cx="2143958" cy="268010"/>
          </a:xfrm>
          <a:prstGeom prst="rect">
            <a:avLst/>
          </a:prstGeom>
          <a:noFill/>
          <a:ln/>
        </p:spPr>
        <p:txBody>
          <a:bodyPr wrap="none" lIns="0" tIns="0" rIns="0" bIns="0" rtlCol="0" anchor="t"/>
          <a:lstStyle/>
          <a:p>
            <a:pPr marL="0" indent="0" algn="l">
              <a:lnSpc>
                <a:spcPts val="2100"/>
              </a:lnSpc>
              <a:buNone/>
            </a:pPr>
            <a:r>
              <a:rPr lang="en-US" sz="1650" dirty="0">
                <a:solidFill>
                  <a:srgbClr val="609DFF"/>
                </a:solidFill>
                <a:latin typeface="Merriweather" pitchFamily="34" charset="0"/>
                <a:ea typeface="Merriweather" pitchFamily="34" charset="-122"/>
                <a:cs typeface="Merriweather" pitchFamily="34" charset="-120"/>
              </a:rPr>
              <a:t>Expected Results</a:t>
            </a:r>
            <a:endParaRPr lang="en-US" sz="1650" dirty="0"/>
          </a:p>
        </p:txBody>
      </p:sp>
      <p:sp>
        <p:nvSpPr>
          <p:cNvPr id="5" name="Text 2"/>
          <p:cNvSpPr/>
          <p:nvPr/>
        </p:nvSpPr>
        <p:spPr>
          <a:xfrm>
            <a:off x="5986582" y="2622395"/>
            <a:ext cx="8143637" cy="361236"/>
          </a:xfrm>
          <a:prstGeom prst="rect">
            <a:avLst/>
          </a:prstGeom>
          <a:noFill/>
          <a:ln/>
        </p:spPr>
        <p:txBody>
          <a:bodyPr wrap="square" lIns="0" tIns="0" rIns="0" bIns="0" rtlCol="0" anchor="t"/>
          <a:lstStyle/>
          <a:p>
            <a:pPr marL="0" indent="0" algn="l">
              <a:lnSpc>
                <a:spcPts val="140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A fully functional, secure web application enabling students to submit programming code and receive instant automated verdicts with comprehensive feedback on correctness, execution time, and memory usage.</a:t>
            </a:r>
            <a:endParaRPr lang="en-US" sz="2000" dirty="0">
              <a:solidFill>
                <a:schemeClr val="tx1">
                  <a:lumMod val="85000"/>
                  <a:lumOff val="15000"/>
                </a:schemeClr>
              </a:solidFill>
              <a:latin typeface="Cambria Math" panose="02040503050406030204" pitchFamily="18" charset="0"/>
              <a:ea typeface="Cambria Math" panose="02040503050406030204" pitchFamily="18" charset="0"/>
            </a:endParaRPr>
          </a:p>
        </p:txBody>
      </p:sp>
      <p:pic>
        <p:nvPicPr>
          <p:cNvPr id="6" name="Image 1"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86582" y="3404036"/>
            <a:ext cx="357307" cy="357307"/>
          </a:xfrm>
          <a:prstGeom prst="rect">
            <a:avLst/>
          </a:prstGeom>
        </p:spPr>
      </p:pic>
      <p:sp>
        <p:nvSpPr>
          <p:cNvPr id="7" name="Text 3"/>
          <p:cNvSpPr/>
          <p:nvPr/>
        </p:nvSpPr>
        <p:spPr>
          <a:xfrm>
            <a:off x="5975864" y="3821092"/>
            <a:ext cx="1786652" cy="223361"/>
          </a:xfrm>
          <a:prstGeom prst="rect">
            <a:avLst/>
          </a:prstGeom>
          <a:noFill/>
          <a:ln/>
        </p:spPr>
        <p:txBody>
          <a:bodyPr wrap="none" lIns="0" tIns="0" rIns="0" bIns="0" rtlCol="0" anchor="t"/>
          <a:lstStyle/>
          <a:p>
            <a:pPr marL="0" indent="0" algn="l">
              <a:lnSpc>
                <a:spcPts val="175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Student Benefits</a:t>
            </a:r>
            <a:endParaRPr lang="en-US" sz="200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8" name="Text 4"/>
          <p:cNvSpPr/>
          <p:nvPr/>
        </p:nvSpPr>
        <p:spPr>
          <a:xfrm>
            <a:off x="5975864" y="4116788"/>
            <a:ext cx="8143637" cy="361236"/>
          </a:xfrm>
          <a:prstGeom prst="rect">
            <a:avLst/>
          </a:prstGeom>
          <a:noFill/>
          <a:ln/>
        </p:spPr>
        <p:txBody>
          <a:bodyPr wrap="square" lIns="0" tIns="0" rIns="0" bIns="0" rtlCol="0" anchor="t"/>
          <a:lstStyle/>
          <a:p>
            <a:pPr marL="0" indent="0" algn="l">
              <a:lnSpc>
                <a:spcPts val="140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Accelerated learning through instant feedback loops and a completely hassle-free practice environment that eliminates local setup complexity</a:t>
            </a:r>
            <a:endParaRPr lang="en-US" sz="2000" dirty="0">
              <a:solidFill>
                <a:schemeClr val="tx1">
                  <a:lumMod val="85000"/>
                  <a:lumOff val="15000"/>
                </a:schemeClr>
              </a:solidFill>
              <a:latin typeface="Cambria Math" panose="02040503050406030204" pitchFamily="18" charset="0"/>
              <a:ea typeface="Cambria Math" panose="02040503050406030204" pitchFamily="18" charset="0"/>
            </a:endParaRPr>
          </a:p>
        </p:txBody>
      </p:sp>
      <p:pic>
        <p:nvPicPr>
          <p:cNvPr id="9" name="Image 2"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86582" y="4602705"/>
            <a:ext cx="357307" cy="357307"/>
          </a:xfrm>
          <a:prstGeom prst="rect">
            <a:avLst/>
          </a:prstGeom>
        </p:spPr>
      </p:pic>
      <p:sp>
        <p:nvSpPr>
          <p:cNvPr id="10" name="Text 5"/>
          <p:cNvSpPr/>
          <p:nvPr/>
        </p:nvSpPr>
        <p:spPr>
          <a:xfrm>
            <a:off x="5986582" y="5016569"/>
            <a:ext cx="1786652" cy="223361"/>
          </a:xfrm>
          <a:prstGeom prst="rect">
            <a:avLst/>
          </a:prstGeom>
          <a:noFill/>
          <a:ln/>
        </p:spPr>
        <p:txBody>
          <a:bodyPr wrap="none" lIns="0" tIns="0" rIns="0" bIns="0" rtlCol="0" anchor="t"/>
          <a:lstStyle/>
          <a:p>
            <a:pPr marL="0" indent="0" algn="l">
              <a:lnSpc>
                <a:spcPts val="175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Instructor Benefits</a:t>
            </a:r>
            <a:endParaRPr lang="en-US" sz="200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11" name="Text 6"/>
          <p:cNvSpPr/>
          <p:nvPr/>
        </p:nvSpPr>
        <p:spPr>
          <a:xfrm>
            <a:off x="5975865" y="5328637"/>
            <a:ext cx="8143637" cy="409534"/>
          </a:xfrm>
          <a:prstGeom prst="rect">
            <a:avLst/>
          </a:prstGeom>
          <a:noFill/>
          <a:ln/>
        </p:spPr>
        <p:txBody>
          <a:bodyPr wrap="none" lIns="0" tIns="0" rIns="0" bIns="0" rtlCol="0" anchor="t"/>
          <a:lstStyle/>
          <a:p>
            <a:pPr marL="0" indent="0" algn="l">
              <a:lnSpc>
                <a:spcPts val="140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Significant workload reduction in manual code review and grading, allowing </a:t>
            </a:r>
          </a:p>
          <a:p>
            <a:pPr marL="0" indent="0" algn="l">
              <a:lnSpc>
                <a:spcPts val="140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focus on higher-value teaching activities</a:t>
            </a:r>
            <a:endParaRPr lang="en-US" sz="2000" dirty="0">
              <a:solidFill>
                <a:schemeClr val="tx1">
                  <a:lumMod val="85000"/>
                  <a:lumOff val="15000"/>
                </a:schemeClr>
              </a:solidFill>
              <a:latin typeface="Cambria Math" panose="02040503050406030204" pitchFamily="18" charset="0"/>
              <a:ea typeface="Cambria Math" panose="02040503050406030204" pitchFamily="18" charset="0"/>
            </a:endParaRPr>
          </a:p>
        </p:txBody>
      </p:sp>
      <p:pic>
        <p:nvPicPr>
          <p:cNvPr id="12" name="Image 3"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986582" y="5881051"/>
            <a:ext cx="357307" cy="357307"/>
          </a:xfrm>
          <a:prstGeom prst="rect">
            <a:avLst/>
          </a:prstGeom>
        </p:spPr>
      </p:pic>
      <p:sp>
        <p:nvSpPr>
          <p:cNvPr id="13" name="Text 7"/>
          <p:cNvSpPr/>
          <p:nvPr/>
        </p:nvSpPr>
        <p:spPr>
          <a:xfrm>
            <a:off x="5986582" y="6283403"/>
            <a:ext cx="1834277" cy="223361"/>
          </a:xfrm>
          <a:prstGeom prst="rect">
            <a:avLst/>
          </a:prstGeom>
          <a:noFill/>
          <a:ln/>
        </p:spPr>
        <p:txBody>
          <a:bodyPr wrap="none" lIns="0" tIns="0" rIns="0" bIns="0" rtlCol="0" anchor="t"/>
          <a:lstStyle/>
          <a:p>
            <a:pPr marL="0" indent="0" algn="l">
              <a:lnSpc>
                <a:spcPts val="175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Institutional Benefits</a:t>
            </a:r>
            <a:endParaRPr lang="en-US" sz="200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14" name="Text 8"/>
          <p:cNvSpPr/>
          <p:nvPr/>
        </p:nvSpPr>
        <p:spPr>
          <a:xfrm>
            <a:off x="5986582" y="6625352"/>
            <a:ext cx="8143637" cy="503515"/>
          </a:xfrm>
          <a:prstGeom prst="rect">
            <a:avLst/>
          </a:prstGeom>
          <a:noFill/>
          <a:ln/>
        </p:spPr>
        <p:txBody>
          <a:bodyPr wrap="none" lIns="0" tIns="0" rIns="0" bIns="0" rtlCol="0" anchor="t"/>
          <a:lstStyle/>
          <a:p>
            <a:pPr marL="0" indent="0" algn="l">
              <a:lnSpc>
                <a:spcPts val="140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Standardized, fair platform for conducting practical programming examinations</a:t>
            </a:r>
          </a:p>
          <a:p>
            <a:pPr marL="0" indent="0" algn="l">
              <a:lnSpc>
                <a:spcPts val="140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with consistent evaluation criteria</a:t>
            </a:r>
            <a:endParaRPr lang="en-US" sz="2000" dirty="0">
              <a:solidFill>
                <a:schemeClr val="tx1">
                  <a:lumMod val="85000"/>
                  <a:lumOff val="15000"/>
                </a:schemeClr>
              </a:solidFill>
              <a:latin typeface="Cambria Math" panose="02040503050406030204" pitchFamily="18" charset="0"/>
              <a:ea typeface="Cambria Math"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saturation sat="200000"/>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sp>
        <p:nvSpPr>
          <p:cNvPr id="2" name="Text 0"/>
          <p:cNvSpPr/>
          <p:nvPr/>
        </p:nvSpPr>
        <p:spPr>
          <a:xfrm>
            <a:off x="863798" y="1313974"/>
            <a:ext cx="6629519" cy="771287"/>
          </a:xfrm>
          <a:prstGeom prst="rect">
            <a:avLst/>
          </a:prstGeom>
          <a:noFill/>
          <a:ln/>
        </p:spPr>
        <p:txBody>
          <a:bodyPr wrap="none" lIns="0" tIns="0" rIns="0" bIns="0" rtlCol="0" anchor="t"/>
          <a:lstStyle/>
          <a:p>
            <a:pPr marL="0" indent="0" algn="l">
              <a:lnSpc>
                <a:spcPts val="6050"/>
              </a:lnSpc>
              <a:buNone/>
            </a:pPr>
            <a:r>
              <a:rPr lang="en-US" sz="4850" dirty="0">
                <a:solidFill>
                  <a:srgbClr val="FF3300"/>
                </a:solidFill>
                <a:latin typeface="Merriweather" pitchFamily="34" charset="0"/>
                <a:ea typeface="Merriweather" pitchFamily="34" charset="-122"/>
                <a:cs typeface="Merriweather" pitchFamily="34" charset="-120"/>
              </a:rPr>
              <a:t>Scope and Limitations</a:t>
            </a:r>
            <a:endParaRPr lang="en-US" sz="4850" dirty="0">
              <a:solidFill>
                <a:srgbClr val="FF3300"/>
              </a:solidFill>
            </a:endParaRPr>
          </a:p>
        </p:txBody>
      </p:sp>
      <p:sp>
        <p:nvSpPr>
          <p:cNvPr id="3" name="Text 1"/>
          <p:cNvSpPr/>
          <p:nvPr/>
        </p:nvSpPr>
        <p:spPr>
          <a:xfrm>
            <a:off x="863798" y="2702242"/>
            <a:ext cx="3702368" cy="462796"/>
          </a:xfrm>
          <a:prstGeom prst="rect">
            <a:avLst/>
          </a:prstGeom>
          <a:noFill/>
          <a:ln/>
        </p:spPr>
        <p:txBody>
          <a:bodyPr wrap="none" lIns="0" tIns="0" rIns="0" bIns="0" rtlCol="0" anchor="t"/>
          <a:lstStyle/>
          <a:p>
            <a:pPr marL="0" indent="0" algn="l">
              <a:lnSpc>
                <a:spcPts val="3600"/>
              </a:lnSpc>
              <a:buNone/>
            </a:pPr>
            <a:r>
              <a:rPr lang="en-US" sz="2900" dirty="0">
                <a:solidFill>
                  <a:srgbClr val="609DFF"/>
                </a:solidFill>
                <a:latin typeface="Cambria Math" panose="02040503050406030204" pitchFamily="18" charset="0"/>
                <a:ea typeface="Cambria Math" panose="02040503050406030204" pitchFamily="18" charset="0"/>
                <a:cs typeface="Merriweather" pitchFamily="34" charset="-120"/>
              </a:rPr>
              <a:t>Project Scope</a:t>
            </a:r>
            <a:endParaRPr lang="en-US" sz="2900" dirty="0">
              <a:latin typeface="Cambria Math" panose="02040503050406030204" pitchFamily="18" charset="0"/>
              <a:ea typeface="Cambria Math" panose="02040503050406030204" pitchFamily="18" charset="0"/>
            </a:endParaRPr>
          </a:p>
        </p:txBody>
      </p:sp>
      <p:sp>
        <p:nvSpPr>
          <p:cNvPr id="4" name="Text 2"/>
          <p:cNvSpPr/>
          <p:nvPr/>
        </p:nvSpPr>
        <p:spPr>
          <a:xfrm>
            <a:off x="863798" y="3411855"/>
            <a:ext cx="6150293" cy="2368868"/>
          </a:xfrm>
          <a:prstGeom prst="rect">
            <a:avLst/>
          </a:prstGeom>
          <a:noFill/>
          <a:ln/>
        </p:spPr>
        <p:txBody>
          <a:bodyPr wrap="square" lIns="0" tIns="0" rIns="0" bIns="0" rtlCol="0" anchor="t"/>
          <a:lstStyle/>
          <a:p>
            <a:pPr marL="0" indent="0" algn="l">
              <a:lnSpc>
                <a:spcPts val="3100"/>
              </a:lnSpc>
              <a:buNone/>
            </a:pP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This project focuses on the comprehensive design and implementation of both the web interface and backend execution engine. Core language support includes Python, C++, and Java, providing coverage for the most widely taught programming languages in undergraduate curricula.</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5" name="Text 3"/>
          <p:cNvSpPr/>
          <p:nvPr/>
        </p:nvSpPr>
        <p:spPr>
          <a:xfrm>
            <a:off x="7623929" y="2702242"/>
            <a:ext cx="3702368" cy="462796"/>
          </a:xfrm>
          <a:prstGeom prst="rect">
            <a:avLst/>
          </a:prstGeom>
          <a:noFill/>
          <a:ln/>
        </p:spPr>
        <p:txBody>
          <a:bodyPr wrap="none" lIns="0" tIns="0" rIns="0" bIns="0" rtlCol="0" anchor="t"/>
          <a:lstStyle/>
          <a:p>
            <a:pPr marL="0" indent="0" algn="l">
              <a:lnSpc>
                <a:spcPts val="3600"/>
              </a:lnSpc>
              <a:buNone/>
            </a:pPr>
            <a:r>
              <a:rPr lang="en-US" sz="2900" dirty="0">
                <a:solidFill>
                  <a:srgbClr val="609DFF"/>
                </a:solidFill>
                <a:latin typeface="Cambria Math" panose="02040503050406030204" pitchFamily="18" charset="0"/>
                <a:ea typeface="Cambria Math" panose="02040503050406030204" pitchFamily="18" charset="0"/>
                <a:cs typeface="Merriweather" pitchFamily="34" charset="-120"/>
              </a:rPr>
              <a:t>Known Limitations</a:t>
            </a:r>
            <a:endParaRPr lang="en-US" sz="2900" dirty="0">
              <a:latin typeface="Cambria Math" panose="02040503050406030204" pitchFamily="18" charset="0"/>
              <a:ea typeface="Cambria Math" panose="02040503050406030204" pitchFamily="18" charset="0"/>
            </a:endParaRPr>
          </a:p>
        </p:txBody>
      </p:sp>
      <p:sp>
        <p:nvSpPr>
          <p:cNvPr id="6" name="Text 4"/>
          <p:cNvSpPr/>
          <p:nvPr/>
        </p:nvSpPr>
        <p:spPr>
          <a:xfrm>
            <a:off x="7623929" y="3411855"/>
            <a:ext cx="6150293" cy="3159447"/>
          </a:xfrm>
          <a:prstGeom prst="rect">
            <a:avLst/>
          </a:prstGeom>
          <a:noFill/>
          <a:ln/>
        </p:spPr>
        <p:txBody>
          <a:bodyPr wrap="square" lIns="0" tIns="0" rIns="0" bIns="0" rtlCol="0" anchor="t"/>
          <a:lstStyle/>
          <a:p>
            <a:pPr marL="342900" indent="-342900" algn="l">
              <a:lnSpc>
                <a:spcPts val="3100"/>
              </a:lnSpc>
              <a:buSzPct val="100000"/>
              <a:buChar char="•"/>
            </a:pP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Continuous internet connectivity required for all operations</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a:p>
            <a:pPr marL="342900" indent="-342900" algn="l">
              <a:lnSpc>
                <a:spcPts val="3100"/>
              </a:lnSpc>
              <a:buSzPct val="100000"/>
              <a:buChar char="•"/>
            </a:pP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Judging evaluates functional correctness through input/output matching only</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a:p>
            <a:pPr marL="342900" indent="-342900" algn="l">
              <a:lnSpc>
                <a:spcPts val="3100"/>
              </a:lnSpc>
              <a:buSzPct val="100000"/>
              <a:buChar char="•"/>
            </a:pP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Execution speed depends on available server hardware resources</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a:p>
            <a:pPr marL="342900" indent="-342900" algn="l">
              <a:lnSpc>
                <a:spcPts val="3100"/>
              </a:lnSpc>
              <a:buSzPct val="100000"/>
              <a:buChar char="•"/>
            </a:pP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Code style and semantic logic analysis not currently supported</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sp>
        <p:nvSpPr>
          <p:cNvPr id="2" name="Text 0"/>
          <p:cNvSpPr/>
          <p:nvPr/>
        </p:nvSpPr>
        <p:spPr>
          <a:xfrm>
            <a:off x="817007" y="884277"/>
            <a:ext cx="5984677" cy="729377"/>
          </a:xfrm>
          <a:prstGeom prst="rect">
            <a:avLst/>
          </a:prstGeom>
          <a:noFill/>
          <a:ln/>
        </p:spPr>
        <p:txBody>
          <a:bodyPr wrap="none" lIns="0" tIns="0" rIns="0" bIns="0" rtlCol="0" anchor="t"/>
          <a:lstStyle/>
          <a:p>
            <a:pPr marL="0" indent="0" algn="l">
              <a:lnSpc>
                <a:spcPts val="5700"/>
              </a:lnSpc>
              <a:buNone/>
            </a:pPr>
            <a:r>
              <a:rPr lang="en-US" sz="4550" dirty="0">
                <a:solidFill>
                  <a:srgbClr val="FF3300"/>
                </a:solidFill>
                <a:latin typeface="Merriweather" pitchFamily="34" charset="0"/>
                <a:ea typeface="Merriweather" pitchFamily="34" charset="-122"/>
                <a:cs typeface="Merriweather" pitchFamily="34" charset="-120"/>
              </a:rPr>
              <a:t>Work Plan (Timeline)</a:t>
            </a:r>
            <a:endParaRPr lang="en-US" sz="4550" dirty="0">
              <a:solidFill>
                <a:srgbClr val="FF3300"/>
              </a:solidFill>
            </a:endParaRPr>
          </a:p>
        </p:txBody>
      </p:sp>
      <p:sp>
        <p:nvSpPr>
          <p:cNvPr id="3" name="Text 1"/>
          <p:cNvSpPr/>
          <p:nvPr/>
        </p:nvSpPr>
        <p:spPr>
          <a:xfrm>
            <a:off x="817007" y="2055138"/>
            <a:ext cx="12996386" cy="363379"/>
          </a:xfrm>
          <a:prstGeom prst="rect">
            <a:avLst/>
          </a:prstGeom>
          <a:noFill/>
          <a:ln/>
        </p:spPr>
        <p:txBody>
          <a:bodyPr wrap="none" lIns="0" tIns="0" rIns="0" bIns="0" rtlCol="0" anchor="t"/>
          <a:lstStyle/>
          <a:p>
            <a:pPr marL="0" indent="0" algn="l">
              <a:lnSpc>
                <a:spcPts val="2850"/>
              </a:lnSpc>
              <a:buNone/>
            </a:pP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The project follows a four-month development schedule aligned with the academic semester structure.</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4" name="Shape 2"/>
          <p:cNvSpPr/>
          <p:nvPr/>
        </p:nvSpPr>
        <p:spPr>
          <a:xfrm>
            <a:off x="817007" y="4824293"/>
            <a:ext cx="12996386" cy="30480"/>
          </a:xfrm>
          <a:prstGeom prst="roundRect">
            <a:avLst>
              <a:gd name="adj" fmla="val 321657"/>
            </a:avLst>
          </a:prstGeom>
          <a:solidFill>
            <a:srgbClr val="194A99"/>
          </a:solidFill>
          <a:ln/>
        </p:spPr>
      </p:sp>
      <p:sp>
        <p:nvSpPr>
          <p:cNvPr id="5" name="Shape 3"/>
          <p:cNvSpPr/>
          <p:nvPr/>
        </p:nvSpPr>
        <p:spPr>
          <a:xfrm>
            <a:off x="3318153" y="4124146"/>
            <a:ext cx="30480" cy="700207"/>
          </a:xfrm>
          <a:prstGeom prst="roundRect">
            <a:avLst>
              <a:gd name="adj" fmla="val 321657"/>
            </a:avLst>
          </a:prstGeom>
          <a:solidFill>
            <a:srgbClr val="194A99"/>
          </a:solidFill>
          <a:ln/>
        </p:spPr>
      </p:sp>
      <p:sp>
        <p:nvSpPr>
          <p:cNvPr id="6" name="Shape 4"/>
          <p:cNvSpPr/>
          <p:nvPr/>
        </p:nvSpPr>
        <p:spPr>
          <a:xfrm>
            <a:off x="3070860" y="4561701"/>
            <a:ext cx="525185" cy="525185"/>
          </a:xfrm>
          <a:prstGeom prst="roundRect">
            <a:avLst>
              <a:gd name="adj" fmla="val 18668"/>
            </a:avLst>
          </a:prstGeom>
          <a:solidFill>
            <a:srgbClr val="003180"/>
          </a:solidFill>
          <a:ln w="7620">
            <a:solidFill>
              <a:srgbClr val="194A99"/>
            </a:solidFill>
            <a:prstDash val="solid"/>
          </a:ln>
        </p:spPr>
      </p:sp>
      <p:sp>
        <p:nvSpPr>
          <p:cNvPr id="7" name="Text 5"/>
          <p:cNvSpPr/>
          <p:nvPr/>
        </p:nvSpPr>
        <p:spPr>
          <a:xfrm>
            <a:off x="3158371" y="4605397"/>
            <a:ext cx="350044" cy="437674"/>
          </a:xfrm>
          <a:prstGeom prst="rect">
            <a:avLst/>
          </a:prstGeom>
          <a:noFill/>
          <a:ln/>
        </p:spPr>
        <p:txBody>
          <a:bodyPr wrap="none" lIns="0" tIns="0" rIns="0" bIns="0" rtlCol="0" anchor="t"/>
          <a:lstStyle/>
          <a:p>
            <a:pPr marL="0" indent="0" algn="ctr">
              <a:lnSpc>
                <a:spcPts val="2750"/>
              </a:lnSpc>
              <a:buNone/>
            </a:pPr>
            <a:r>
              <a:rPr lang="en-US" sz="2750" dirty="0">
                <a:solidFill>
                  <a:srgbClr val="E2E6E9"/>
                </a:solidFill>
                <a:latin typeface="Merriweather" pitchFamily="34" charset="0"/>
                <a:ea typeface="Merriweather" pitchFamily="34" charset="-122"/>
                <a:cs typeface="Merriweather" pitchFamily="34" charset="-120"/>
              </a:rPr>
              <a:t>1</a:t>
            </a:r>
            <a:endParaRPr lang="en-US" sz="2750" dirty="0"/>
          </a:p>
        </p:txBody>
      </p:sp>
      <p:sp>
        <p:nvSpPr>
          <p:cNvPr id="8" name="Text 6"/>
          <p:cNvSpPr/>
          <p:nvPr/>
        </p:nvSpPr>
        <p:spPr>
          <a:xfrm>
            <a:off x="1874520" y="2666762"/>
            <a:ext cx="2917865" cy="364688"/>
          </a:xfrm>
          <a:prstGeom prst="rect">
            <a:avLst/>
          </a:prstGeom>
          <a:noFill/>
          <a:ln/>
        </p:spPr>
        <p:txBody>
          <a:bodyPr wrap="none" lIns="0" tIns="0" rIns="0" bIns="0" rtlCol="0" anchor="t"/>
          <a:lstStyle/>
          <a:p>
            <a:pPr marL="0" indent="0" algn="ctr">
              <a:lnSpc>
                <a:spcPts val="2850"/>
              </a:lnSpc>
              <a:buNone/>
            </a:pPr>
            <a:r>
              <a:rPr lang="en-US" sz="225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Month 1: Foundation</a:t>
            </a:r>
            <a:endParaRPr lang="en-US" sz="225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9" name="Text 7"/>
          <p:cNvSpPr/>
          <p:nvPr/>
        </p:nvSpPr>
        <p:spPr>
          <a:xfrm>
            <a:off x="1050369" y="3163848"/>
            <a:ext cx="4566285" cy="726758"/>
          </a:xfrm>
          <a:prstGeom prst="rect">
            <a:avLst/>
          </a:prstGeom>
          <a:noFill/>
          <a:ln/>
        </p:spPr>
        <p:txBody>
          <a:bodyPr wrap="square" lIns="0" tIns="0" rIns="0" bIns="0" rtlCol="0" anchor="t"/>
          <a:lstStyle/>
          <a:p>
            <a:pPr marL="0" indent="0" algn="ctr">
              <a:lnSpc>
                <a:spcPts val="285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Requirements gathering, comprehensive literature review, and feasibility analysis</a:t>
            </a:r>
            <a:endParaRPr lang="en-US" sz="200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10" name="Shape 8"/>
          <p:cNvSpPr/>
          <p:nvPr/>
        </p:nvSpPr>
        <p:spPr>
          <a:xfrm>
            <a:off x="5972532" y="4824234"/>
            <a:ext cx="30480" cy="700207"/>
          </a:xfrm>
          <a:prstGeom prst="roundRect">
            <a:avLst>
              <a:gd name="adj" fmla="val 321657"/>
            </a:avLst>
          </a:prstGeom>
          <a:solidFill>
            <a:srgbClr val="194A99"/>
          </a:solidFill>
          <a:ln/>
        </p:spPr>
      </p:sp>
      <p:sp>
        <p:nvSpPr>
          <p:cNvPr id="11" name="Shape 9"/>
          <p:cNvSpPr/>
          <p:nvPr/>
        </p:nvSpPr>
        <p:spPr>
          <a:xfrm>
            <a:off x="5725239" y="4561701"/>
            <a:ext cx="525185" cy="525185"/>
          </a:xfrm>
          <a:prstGeom prst="roundRect">
            <a:avLst>
              <a:gd name="adj" fmla="val 18668"/>
            </a:avLst>
          </a:prstGeom>
          <a:solidFill>
            <a:srgbClr val="003180"/>
          </a:solidFill>
          <a:ln w="7620">
            <a:solidFill>
              <a:srgbClr val="194A99"/>
            </a:solidFill>
            <a:prstDash val="solid"/>
          </a:ln>
        </p:spPr>
      </p:sp>
      <p:sp>
        <p:nvSpPr>
          <p:cNvPr id="12" name="Text 10"/>
          <p:cNvSpPr/>
          <p:nvPr/>
        </p:nvSpPr>
        <p:spPr>
          <a:xfrm>
            <a:off x="5812750" y="4605397"/>
            <a:ext cx="350044" cy="437674"/>
          </a:xfrm>
          <a:prstGeom prst="rect">
            <a:avLst/>
          </a:prstGeom>
          <a:noFill/>
          <a:ln/>
        </p:spPr>
        <p:txBody>
          <a:bodyPr wrap="none" lIns="0" tIns="0" rIns="0" bIns="0" rtlCol="0" anchor="t"/>
          <a:lstStyle/>
          <a:p>
            <a:pPr marL="0" indent="0" algn="ctr">
              <a:lnSpc>
                <a:spcPts val="2750"/>
              </a:lnSpc>
              <a:buNone/>
            </a:pPr>
            <a:r>
              <a:rPr lang="en-US" sz="2750" dirty="0">
                <a:solidFill>
                  <a:srgbClr val="E2E6E9"/>
                </a:solidFill>
                <a:latin typeface="Merriweather" pitchFamily="34" charset="0"/>
                <a:ea typeface="Merriweather" pitchFamily="34" charset="-122"/>
                <a:cs typeface="Merriweather" pitchFamily="34" charset="-120"/>
              </a:rPr>
              <a:t>2</a:t>
            </a:r>
            <a:endParaRPr lang="en-US" sz="2750" dirty="0"/>
          </a:p>
        </p:txBody>
      </p:sp>
      <p:sp>
        <p:nvSpPr>
          <p:cNvPr id="13" name="Text 11"/>
          <p:cNvSpPr/>
          <p:nvPr/>
        </p:nvSpPr>
        <p:spPr>
          <a:xfrm>
            <a:off x="4528899" y="5757982"/>
            <a:ext cx="2917865" cy="364688"/>
          </a:xfrm>
          <a:prstGeom prst="rect">
            <a:avLst/>
          </a:prstGeom>
          <a:noFill/>
          <a:ln/>
        </p:spPr>
        <p:txBody>
          <a:bodyPr wrap="none" lIns="0" tIns="0" rIns="0" bIns="0" rtlCol="0" anchor="t"/>
          <a:lstStyle/>
          <a:p>
            <a:pPr marL="0" indent="0" algn="ctr">
              <a:lnSpc>
                <a:spcPts val="2850"/>
              </a:lnSpc>
              <a:buNone/>
            </a:pPr>
            <a:r>
              <a:rPr lang="en-US" sz="225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Month 2: Design</a:t>
            </a:r>
            <a:endParaRPr lang="en-US" sz="225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14" name="Text 12"/>
          <p:cNvSpPr/>
          <p:nvPr/>
        </p:nvSpPr>
        <p:spPr>
          <a:xfrm>
            <a:off x="3704749" y="6255068"/>
            <a:ext cx="4566285" cy="726758"/>
          </a:xfrm>
          <a:prstGeom prst="rect">
            <a:avLst/>
          </a:prstGeom>
          <a:noFill/>
          <a:ln/>
        </p:spPr>
        <p:txBody>
          <a:bodyPr wrap="square" lIns="0" tIns="0" rIns="0" bIns="0" rtlCol="0" anchor="t"/>
          <a:lstStyle/>
          <a:p>
            <a:pPr marL="0" indent="0" algn="ctr">
              <a:lnSpc>
                <a:spcPts val="285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System architecture planning, database schema design, and API specification</a:t>
            </a:r>
            <a:endParaRPr lang="en-US" sz="200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15" name="Shape 13"/>
          <p:cNvSpPr/>
          <p:nvPr/>
        </p:nvSpPr>
        <p:spPr>
          <a:xfrm>
            <a:off x="8627031" y="4124146"/>
            <a:ext cx="30480" cy="700207"/>
          </a:xfrm>
          <a:prstGeom prst="roundRect">
            <a:avLst>
              <a:gd name="adj" fmla="val 321657"/>
            </a:avLst>
          </a:prstGeom>
          <a:solidFill>
            <a:srgbClr val="194A99"/>
          </a:solidFill>
          <a:ln/>
        </p:spPr>
      </p:sp>
      <p:sp>
        <p:nvSpPr>
          <p:cNvPr id="16" name="Shape 14"/>
          <p:cNvSpPr/>
          <p:nvPr/>
        </p:nvSpPr>
        <p:spPr>
          <a:xfrm>
            <a:off x="8379738" y="4561701"/>
            <a:ext cx="525185" cy="525185"/>
          </a:xfrm>
          <a:prstGeom prst="roundRect">
            <a:avLst>
              <a:gd name="adj" fmla="val 18668"/>
            </a:avLst>
          </a:prstGeom>
          <a:solidFill>
            <a:srgbClr val="003180"/>
          </a:solidFill>
          <a:ln w="7620">
            <a:solidFill>
              <a:srgbClr val="194A99"/>
            </a:solidFill>
            <a:prstDash val="solid"/>
          </a:ln>
        </p:spPr>
      </p:sp>
      <p:sp>
        <p:nvSpPr>
          <p:cNvPr id="17" name="Text 15"/>
          <p:cNvSpPr/>
          <p:nvPr/>
        </p:nvSpPr>
        <p:spPr>
          <a:xfrm>
            <a:off x="8467249" y="4605397"/>
            <a:ext cx="350044" cy="437674"/>
          </a:xfrm>
          <a:prstGeom prst="rect">
            <a:avLst/>
          </a:prstGeom>
          <a:noFill/>
          <a:ln/>
        </p:spPr>
        <p:txBody>
          <a:bodyPr wrap="none" lIns="0" tIns="0" rIns="0" bIns="0" rtlCol="0" anchor="t"/>
          <a:lstStyle/>
          <a:p>
            <a:pPr marL="0" indent="0" algn="ctr">
              <a:lnSpc>
                <a:spcPts val="2750"/>
              </a:lnSpc>
              <a:buNone/>
            </a:pPr>
            <a:r>
              <a:rPr lang="en-US" sz="2750" dirty="0">
                <a:solidFill>
                  <a:srgbClr val="E2E6E9"/>
                </a:solidFill>
                <a:latin typeface="Merriweather" pitchFamily="34" charset="0"/>
                <a:ea typeface="Merriweather" pitchFamily="34" charset="-122"/>
                <a:cs typeface="Merriweather" pitchFamily="34" charset="-120"/>
              </a:rPr>
              <a:t>3</a:t>
            </a:r>
            <a:endParaRPr lang="en-US" sz="2750" dirty="0"/>
          </a:p>
        </p:txBody>
      </p:sp>
      <p:sp>
        <p:nvSpPr>
          <p:cNvPr id="18" name="Text 16"/>
          <p:cNvSpPr/>
          <p:nvPr/>
        </p:nvSpPr>
        <p:spPr>
          <a:xfrm>
            <a:off x="6845260" y="2666762"/>
            <a:ext cx="3594259" cy="364688"/>
          </a:xfrm>
          <a:prstGeom prst="rect">
            <a:avLst/>
          </a:prstGeom>
          <a:noFill/>
          <a:ln/>
        </p:spPr>
        <p:txBody>
          <a:bodyPr wrap="none" lIns="0" tIns="0" rIns="0" bIns="0" rtlCol="0" anchor="t"/>
          <a:lstStyle/>
          <a:p>
            <a:pPr marL="0" indent="0" algn="ctr">
              <a:lnSpc>
                <a:spcPts val="2850"/>
              </a:lnSpc>
              <a:buNone/>
            </a:pPr>
            <a:r>
              <a:rPr lang="en-US" sz="2250" dirty="0">
                <a:solidFill>
                  <a:schemeClr val="tx1">
                    <a:lumMod val="85000"/>
                    <a:lumOff val="15000"/>
                  </a:schemeClr>
                </a:solidFill>
                <a:latin typeface="Merriweather" pitchFamily="34" charset="0"/>
                <a:ea typeface="Merriweather" pitchFamily="34" charset="-122"/>
                <a:cs typeface="Merriweather" pitchFamily="34" charset="-120"/>
              </a:rPr>
              <a:t>Month 3: Implementation</a:t>
            </a:r>
            <a:endParaRPr lang="en-US" sz="2250" dirty="0">
              <a:solidFill>
                <a:schemeClr val="tx1">
                  <a:lumMod val="85000"/>
                  <a:lumOff val="15000"/>
                </a:schemeClr>
              </a:solidFill>
            </a:endParaRPr>
          </a:p>
        </p:txBody>
      </p:sp>
      <p:sp>
        <p:nvSpPr>
          <p:cNvPr id="19" name="Text 17"/>
          <p:cNvSpPr/>
          <p:nvPr/>
        </p:nvSpPr>
        <p:spPr>
          <a:xfrm>
            <a:off x="6359247" y="3163848"/>
            <a:ext cx="4566285" cy="726758"/>
          </a:xfrm>
          <a:prstGeom prst="rect">
            <a:avLst/>
          </a:prstGeom>
          <a:noFill/>
          <a:ln/>
        </p:spPr>
        <p:txBody>
          <a:bodyPr wrap="square" lIns="0" tIns="0" rIns="0" bIns="0" rtlCol="0" anchor="t"/>
          <a:lstStyle/>
          <a:p>
            <a:pPr marL="0" indent="0" algn="ctr">
              <a:lnSpc>
                <a:spcPts val="285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Frontend development, backend coding, and judging engine integration</a:t>
            </a:r>
            <a:endParaRPr lang="en-US" sz="200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20" name="Shape 18"/>
          <p:cNvSpPr/>
          <p:nvPr/>
        </p:nvSpPr>
        <p:spPr>
          <a:xfrm>
            <a:off x="11281410" y="4824234"/>
            <a:ext cx="30480" cy="700207"/>
          </a:xfrm>
          <a:prstGeom prst="roundRect">
            <a:avLst>
              <a:gd name="adj" fmla="val 321657"/>
            </a:avLst>
          </a:prstGeom>
          <a:solidFill>
            <a:srgbClr val="194A99"/>
          </a:solidFill>
          <a:ln/>
        </p:spPr>
      </p:sp>
      <p:sp>
        <p:nvSpPr>
          <p:cNvPr id="21" name="Shape 19"/>
          <p:cNvSpPr/>
          <p:nvPr/>
        </p:nvSpPr>
        <p:spPr>
          <a:xfrm>
            <a:off x="11034117" y="4561701"/>
            <a:ext cx="525185" cy="525185"/>
          </a:xfrm>
          <a:prstGeom prst="roundRect">
            <a:avLst>
              <a:gd name="adj" fmla="val 18668"/>
            </a:avLst>
          </a:prstGeom>
          <a:solidFill>
            <a:srgbClr val="003180"/>
          </a:solidFill>
          <a:ln w="7620">
            <a:solidFill>
              <a:srgbClr val="194A99"/>
            </a:solidFill>
            <a:prstDash val="solid"/>
          </a:ln>
        </p:spPr>
      </p:sp>
      <p:sp>
        <p:nvSpPr>
          <p:cNvPr id="22" name="Text 20"/>
          <p:cNvSpPr/>
          <p:nvPr/>
        </p:nvSpPr>
        <p:spPr>
          <a:xfrm>
            <a:off x="11121628" y="4605397"/>
            <a:ext cx="350044" cy="437674"/>
          </a:xfrm>
          <a:prstGeom prst="rect">
            <a:avLst/>
          </a:prstGeom>
          <a:noFill/>
          <a:ln/>
        </p:spPr>
        <p:txBody>
          <a:bodyPr wrap="none" lIns="0" tIns="0" rIns="0" bIns="0" rtlCol="0" anchor="t"/>
          <a:lstStyle/>
          <a:p>
            <a:pPr marL="0" indent="0" algn="ctr">
              <a:lnSpc>
                <a:spcPts val="2750"/>
              </a:lnSpc>
              <a:buNone/>
            </a:pPr>
            <a:r>
              <a:rPr lang="en-US" sz="2750" dirty="0">
                <a:solidFill>
                  <a:srgbClr val="E2E6E9"/>
                </a:solidFill>
                <a:latin typeface="Merriweather" pitchFamily="34" charset="0"/>
                <a:ea typeface="Merriweather" pitchFamily="34" charset="-122"/>
                <a:cs typeface="Merriweather" pitchFamily="34" charset="-120"/>
              </a:rPr>
              <a:t>4</a:t>
            </a:r>
            <a:endParaRPr lang="en-US" sz="2750" dirty="0"/>
          </a:p>
        </p:txBody>
      </p:sp>
      <p:sp>
        <p:nvSpPr>
          <p:cNvPr id="23" name="Text 21"/>
          <p:cNvSpPr/>
          <p:nvPr/>
        </p:nvSpPr>
        <p:spPr>
          <a:xfrm>
            <a:off x="9837777" y="5757982"/>
            <a:ext cx="2917865" cy="364688"/>
          </a:xfrm>
          <a:prstGeom prst="rect">
            <a:avLst/>
          </a:prstGeom>
          <a:noFill/>
          <a:ln/>
        </p:spPr>
        <p:txBody>
          <a:bodyPr wrap="none" lIns="0" tIns="0" rIns="0" bIns="0" rtlCol="0" anchor="t"/>
          <a:lstStyle/>
          <a:p>
            <a:pPr marL="0" indent="0" algn="ctr">
              <a:lnSpc>
                <a:spcPts val="2850"/>
              </a:lnSpc>
              <a:buNone/>
            </a:pPr>
            <a:r>
              <a:rPr lang="en-US" sz="225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Month 4: Testing</a:t>
            </a:r>
            <a:endParaRPr lang="en-US" sz="225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24" name="Text 22"/>
          <p:cNvSpPr/>
          <p:nvPr/>
        </p:nvSpPr>
        <p:spPr>
          <a:xfrm>
            <a:off x="9013627" y="6255068"/>
            <a:ext cx="4566285" cy="1090136"/>
          </a:xfrm>
          <a:prstGeom prst="rect">
            <a:avLst/>
          </a:prstGeom>
          <a:noFill/>
          <a:ln/>
        </p:spPr>
        <p:txBody>
          <a:bodyPr wrap="square" lIns="0" tIns="0" rIns="0" bIns="0" rtlCol="0" anchor="t"/>
          <a:lstStyle/>
          <a:p>
            <a:pPr marL="0" indent="0" algn="ctr">
              <a:lnSpc>
                <a:spcPts val="2850"/>
              </a:lnSpc>
              <a:buNone/>
            </a:pPr>
            <a:r>
              <a:rPr lang="en-US" sz="20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Unit and integration testing, security audits, bug fixing, and final documentation</a:t>
            </a:r>
            <a:endParaRPr lang="en-US" sz="2000" dirty="0">
              <a:solidFill>
                <a:schemeClr val="tx1">
                  <a:lumMod val="85000"/>
                  <a:lumOff val="15000"/>
                </a:schemeClr>
              </a:solidFill>
              <a:latin typeface="Cambria Math" panose="02040503050406030204" pitchFamily="18" charset="0"/>
              <a:ea typeface="Cambria Math"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a:blip r:embed="rId3">
            <a:duotone>
              <a:schemeClr val="bg2">
                <a:shade val="45000"/>
                <a:satMod val="135000"/>
              </a:schemeClr>
              <a:prstClr val="white"/>
            </a:duotone>
          </a:blip>
          <a:tile tx="0" ty="0" sx="100000" sy="100000" flip="none" algn="tl"/>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9144000" y="0"/>
            <a:ext cx="5486400" cy="8229600"/>
          </a:xfrm>
          <a:prstGeom prst="rect">
            <a:avLst/>
          </a:prstGeom>
        </p:spPr>
      </p:pic>
      <p:sp>
        <p:nvSpPr>
          <p:cNvPr id="3" name="Text 0"/>
          <p:cNvSpPr/>
          <p:nvPr/>
        </p:nvSpPr>
        <p:spPr>
          <a:xfrm>
            <a:off x="863798" y="758666"/>
            <a:ext cx="6170771" cy="771287"/>
          </a:xfrm>
          <a:prstGeom prst="rect">
            <a:avLst/>
          </a:prstGeom>
          <a:noFill/>
          <a:ln/>
        </p:spPr>
        <p:txBody>
          <a:bodyPr wrap="none" lIns="0" tIns="0" rIns="0" bIns="0" rtlCol="0" anchor="t"/>
          <a:lstStyle/>
          <a:p>
            <a:pPr marL="0" indent="0" algn="l">
              <a:lnSpc>
                <a:spcPts val="6050"/>
              </a:lnSpc>
              <a:buNone/>
            </a:pPr>
            <a:r>
              <a:rPr lang="en-US" sz="4850" dirty="0">
                <a:solidFill>
                  <a:srgbClr val="FF3300"/>
                </a:solidFill>
                <a:latin typeface="Merriweather" pitchFamily="34" charset="0"/>
                <a:ea typeface="Merriweather" pitchFamily="34" charset="-122"/>
                <a:cs typeface="Merriweather" pitchFamily="34" charset="-120"/>
              </a:rPr>
              <a:t>Conclusion</a:t>
            </a:r>
            <a:endParaRPr lang="en-US" sz="4850" dirty="0">
              <a:solidFill>
                <a:srgbClr val="FF3300"/>
              </a:solidFill>
            </a:endParaRPr>
          </a:p>
        </p:txBody>
      </p:sp>
      <p:sp>
        <p:nvSpPr>
          <p:cNvPr id="4" name="Text 1"/>
          <p:cNvSpPr/>
          <p:nvPr/>
        </p:nvSpPr>
        <p:spPr>
          <a:xfrm>
            <a:off x="1233964" y="2177772"/>
            <a:ext cx="7046238" cy="1579245"/>
          </a:xfrm>
          <a:prstGeom prst="rect">
            <a:avLst/>
          </a:prstGeom>
          <a:noFill/>
          <a:ln/>
        </p:spPr>
        <p:txBody>
          <a:bodyPr wrap="square" lIns="0" tIns="0" rIns="0" bIns="0" rtlCol="0" anchor="t"/>
          <a:lstStyle/>
          <a:p>
            <a:pPr marL="0" indent="0" algn="l">
              <a:lnSpc>
                <a:spcPts val="3100"/>
              </a:lnSpc>
              <a:buNone/>
            </a:pP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This project addresses critical gaps in current programming education tools by combining modern web technologies with robust security measures through containerized sandboxing.</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p:txBody>
      </p:sp>
      <p:sp>
        <p:nvSpPr>
          <p:cNvPr id="5" name="Shape 2"/>
          <p:cNvSpPr/>
          <p:nvPr/>
        </p:nvSpPr>
        <p:spPr>
          <a:xfrm>
            <a:off x="863798" y="1900118"/>
            <a:ext cx="30480" cy="2134553"/>
          </a:xfrm>
          <a:prstGeom prst="rect">
            <a:avLst/>
          </a:prstGeom>
          <a:solidFill>
            <a:srgbClr val="609DFF"/>
          </a:solidFill>
          <a:ln/>
        </p:spPr>
      </p:sp>
      <p:sp>
        <p:nvSpPr>
          <p:cNvPr id="6" name="Text 3"/>
          <p:cNvSpPr/>
          <p:nvPr/>
        </p:nvSpPr>
        <p:spPr>
          <a:xfrm>
            <a:off x="863798" y="4312325"/>
            <a:ext cx="7416403" cy="3158490"/>
          </a:xfrm>
          <a:prstGeom prst="rect">
            <a:avLst/>
          </a:prstGeom>
          <a:noFill/>
          <a:ln/>
        </p:spPr>
        <p:txBody>
          <a:bodyPr wrap="square" lIns="0" tIns="0" rIns="0" bIns="0" rtlCol="0" anchor="t"/>
          <a:lstStyle/>
          <a:p>
            <a:pPr marL="0" indent="0" algn="l">
              <a:lnSpc>
                <a:spcPts val="3100"/>
              </a:lnSpc>
              <a:buNone/>
            </a:pPr>
            <a:r>
              <a:rPr lang="en-US" sz="2400" dirty="0">
                <a:solidFill>
                  <a:schemeClr val="tx1">
                    <a:lumMod val="85000"/>
                    <a:lumOff val="15000"/>
                  </a:schemeClr>
                </a:solidFill>
                <a:latin typeface="Cambria Math" panose="02040503050406030204" pitchFamily="18" charset="0"/>
                <a:ea typeface="Cambria Math" panose="02040503050406030204" pitchFamily="18" charset="0"/>
                <a:cs typeface="Merriweather" pitchFamily="34" charset="-120"/>
              </a:rPr>
              <a:t>The proposed system offers a scalable, efficient solution for automated practical programming practice. By eliminating configuration barriers and providing instant feedback, it enhances the learning experience whilst significantly reducing instructor workload. The microservices architecture ensures maintainability and future extensibility, making this system a valuable contribution to programming education infrastructure.</a:t>
            </a:r>
            <a:endParaRPr lang="en-US" sz="2400" dirty="0">
              <a:solidFill>
                <a:schemeClr val="tx1">
                  <a:lumMod val="85000"/>
                  <a:lumOff val="15000"/>
                </a:schemeClr>
              </a:solidFill>
              <a:latin typeface="Cambria Math" panose="02040503050406030204" pitchFamily="18" charset="0"/>
              <a:ea typeface="Cambria Math"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a:blip r:embed="rId3">
            <a:grayscl/>
          </a:blip>
          <a:tile tx="0" ty="0" sx="100000" sy="100000" flip="none" algn="tl"/>
        </a:blipFill>
        <a:effectLst/>
      </p:bgPr>
    </p:bg>
    <p:spTree>
      <p:nvGrpSpPr>
        <p:cNvPr id="1" name=""/>
        <p:cNvGrpSpPr/>
        <p:nvPr/>
      </p:nvGrpSpPr>
      <p:grpSpPr>
        <a:xfrm>
          <a:off x="0" y="0"/>
          <a:ext cx="0" cy="0"/>
          <a:chOff x="0" y="0"/>
          <a:chExt cx="0" cy="0"/>
        </a:xfrm>
      </p:grpSpPr>
      <p:sp>
        <p:nvSpPr>
          <p:cNvPr id="2" name="Text 0"/>
          <p:cNvSpPr/>
          <p:nvPr/>
        </p:nvSpPr>
        <p:spPr>
          <a:xfrm>
            <a:off x="863798" y="691515"/>
            <a:ext cx="6170771" cy="771287"/>
          </a:xfrm>
          <a:prstGeom prst="rect">
            <a:avLst/>
          </a:prstGeom>
          <a:noFill/>
          <a:ln/>
        </p:spPr>
        <p:txBody>
          <a:bodyPr wrap="none" lIns="0" tIns="0" rIns="0" bIns="0" rtlCol="0" anchor="t"/>
          <a:lstStyle/>
          <a:p>
            <a:pPr marL="0" indent="0" algn="l">
              <a:lnSpc>
                <a:spcPts val="6050"/>
              </a:lnSpc>
              <a:buNone/>
            </a:pPr>
            <a:r>
              <a:rPr lang="en-US" sz="4850" dirty="0">
                <a:solidFill>
                  <a:srgbClr val="FF3300"/>
                </a:solidFill>
                <a:latin typeface="Merriweather" pitchFamily="34" charset="0"/>
                <a:ea typeface="Merriweather" pitchFamily="34" charset="-122"/>
                <a:cs typeface="Merriweather" pitchFamily="34" charset="-120"/>
              </a:rPr>
              <a:t>Selected References</a:t>
            </a:r>
            <a:endParaRPr lang="en-US" sz="4850" dirty="0">
              <a:solidFill>
                <a:srgbClr val="FF3300"/>
              </a:solidFill>
            </a:endParaRPr>
          </a:p>
        </p:txBody>
      </p:sp>
      <p:sp>
        <p:nvSpPr>
          <p:cNvPr id="3" name="Shape 1"/>
          <p:cNvSpPr/>
          <p:nvPr/>
        </p:nvSpPr>
        <p:spPr>
          <a:xfrm>
            <a:off x="863798" y="1956435"/>
            <a:ext cx="4136350" cy="3062168"/>
          </a:xfrm>
          <a:prstGeom prst="roundRect">
            <a:avLst>
              <a:gd name="adj" fmla="val 3385"/>
            </a:avLst>
          </a:prstGeom>
          <a:solidFill>
            <a:schemeClr val="tx2">
              <a:lumMod val="50000"/>
              <a:alpha val="95000"/>
            </a:schemeClr>
          </a:solidFill>
          <a:ln w="30480">
            <a:solidFill>
              <a:schemeClr val="bg1"/>
            </a:solidFill>
            <a:prstDash val="solid"/>
          </a:ln>
        </p:spPr>
      </p:sp>
      <p:sp>
        <p:nvSpPr>
          <p:cNvPr id="4" name="Text 2"/>
          <p:cNvSpPr/>
          <p:nvPr/>
        </p:nvSpPr>
        <p:spPr>
          <a:xfrm>
            <a:off x="1141095" y="2233732"/>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Reference 1</a:t>
            </a:r>
            <a:endParaRPr lang="en-US" sz="2400" dirty="0"/>
          </a:p>
        </p:txBody>
      </p:sp>
      <p:sp>
        <p:nvSpPr>
          <p:cNvPr id="5" name="Text 3"/>
          <p:cNvSpPr/>
          <p:nvPr/>
        </p:nvSpPr>
        <p:spPr>
          <a:xfrm>
            <a:off x="1063767" y="2723733"/>
            <a:ext cx="3728856" cy="1579245"/>
          </a:xfrm>
          <a:prstGeom prst="rect">
            <a:avLst/>
          </a:prstGeom>
          <a:noFill/>
          <a:ln/>
        </p:spPr>
        <p:txBody>
          <a:bodyPr wrap="square" lIns="0" tIns="0" rIns="0" bIns="0" rtlCol="0" anchor="t"/>
          <a:lstStyle/>
          <a:p>
            <a:pPr marL="0" indent="0" algn="l">
              <a:lnSpc>
                <a:spcPts val="3100"/>
              </a:lnSpc>
              <a:buNone/>
            </a:pPr>
            <a:r>
              <a:rPr lang="en-US" sz="2000" dirty="0">
                <a:solidFill>
                  <a:schemeClr val="bg1"/>
                </a:solidFill>
                <a:latin typeface="Cambria Math" panose="02040503050406030204" pitchFamily="18" charset="0"/>
                <a:ea typeface="Cambria Math" panose="02040503050406030204" pitchFamily="18" charset="0"/>
                <a:cs typeface="Merriweather" pitchFamily="34" charset="-120"/>
              </a:rPr>
              <a:t>C</a:t>
            </a:r>
            <a:r>
              <a:rPr lang="en-US" sz="2000" dirty="0">
                <a:solidFill>
                  <a:schemeClr val="bg1"/>
                </a:solidFill>
                <a:latin typeface="Cambria Math" panose="02040503050406030204" pitchFamily="18" charset="0"/>
                <a:ea typeface="Cambria Math" panose="02040503050406030204" pitchFamily="18" charset="0"/>
              </a:rPr>
              <a:t>odeDive</a:t>
            </a:r>
            <a:r>
              <a:rPr lang="en-US" sz="2000" b="1" dirty="0">
                <a:solidFill>
                  <a:schemeClr val="bg1"/>
                </a:solidFill>
                <a:latin typeface="Cambria Math" panose="02040503050406030204" pitchFamily="18" charset="0"/>
                <a:ea typeface="Cambria Math" panose="02040503050406030204" pitchFamily="18" charset="0"/>
              </a:rPr>
              <a:t>.</a:t>
            </a:r>
            <a:r>
              <a:rPr lang="en-US" sz="2000" dirty="0">
                <a:solidFill>
                  <a:schemeClr val="bg1"/>
                </a:solidFill>
                <a:latin typeface="Cambria Math" panose="02040503050406030204" pitchFamily="18" charset="0"/>
                <a:ea typeface="Cambria Math" panose="02040503050406030204" pitchFamily="18" charset="0"/>
              </a:rPr>
              <a:t> (2025). </a:t>
            </a:r>
            <a:r>
              <a:rPr lang="en-US" sz="2000" i="1" dirty="0">
                <a:solidFill>
                  <a:schemeClr val="bg1"/>
                </a:solidFill>
                <a:latin typeface="Cambria Math" panose="02040503050406030204" pitchFamily="18" charset="0"/>
                <a:ea typeface="Cambria Math" panose="02040503050406030204" pitchFamily="18" charset="0"/>
              </a:rPr>
              <a:t>CodeDive: A web-based IDE with real-time code activity monitoring for programming education</a:t>
            </a:r>
            <a:r>
              <a:rPr lang="en-US" sz="2000" dirty="0">
                <a:solidFill>
                  <a:schemeClr val="bg1"/>
                </a:solidFill>
                <a:latin typeface="Cambria Math" panose="02040503050406030204" pitchFamily="18" charset="0"/>
                <a:ea typeface="Cambria Math" panose="02040503050406030204" pitchFamily="18" charset="0"/>
              </a:rPr>
              <a:t>. </a:t>
            </a:r>
            <a:r>
              <a:rPr lang="en-US" sz="2000" i="1" dirty="0">
                <a:solidFill>
                  <a:schemeClr val="bg1"/>
                </a:solidFill>
                <a:latin typeface="Cambria Math" panose="02040503050406030204" pitchFamily="18" charset="0"/>
                <a:ea typeface="Cambria Math" panose="02040503050406030204" pitchFamily="18" charset="0"/>
              </a:rPr>
              <a:t>Applied Sciences, 15</a:t>
            </a:r>
            <a:r>
              <a:rPr lang="en-US" sz="2000" dirty="0">
                <a:solidFill>
                  <a:schemeClr val="bg1"/>
                </a:solidFill>
                <a:latin typeface="Cambria Math" panose="02040503050406030204" pitchFamily="18" charset="0"/>
                <a:ea typeface="Cambria Math" panose="02040503050406030204" pitchFamily="18" charset="0"/>
              </a:rPr>
              <a:t>(3), 1120.</a:t>
            </a:r>
          </a:p>
        </p:txBody>
      </p:sp>
      <p:sp>
        <p:nvSpPr>
          <p:cNvPr id="6" name="Shape 4"/>
          <p:cNvSpPr/>
          <p:nvPr/>
        </p:nvSpPr>
        <p:spPr>
          <a:xfrm>
            <a:off x="5246965" y="1956435"/>
            <a:ext cx="4136350" cy="3062168"/>
          </a:xfrm>
          <a:prstGeom prst="roundRect">
            <a:avLst>
              <a:gd name="adj" fmla="val 3385"/>
            </a:avLst>
          </a:prstGeom>
          <a:solidFill>
            <a:schemeClr val="tx2">
              <a:lumMod val="50000"/>
              <a:alpha val="95000"/>
            </a:schemeClr>
          </a:solidFill>
          <a:ln w="30480">
            <a:solidFill>
              <a:schemeClr val="bg1"/>
            </a:solidFill>
            <a:prstDash val="solid"/>
          </a:ln>
        </p:spPr>
      </p:sp>
      <p:sp>
        <p:nvSpPr>
          <p:cNvPr id="7" name="Text 5"/>
          <p:cNvSpPr/>
          <p:nvPr/>
        </p:nvSpPr>
        <p:spPr>
          <a:xfrm>
            <a:off x="5524262" y="2233732"/>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Reference 2</a:t>
            </a:r>
            <a:endParaRPr lang="en-US" sz="2400" dirty="0"/>
          </a:p>
        </p:txBody>
      </p:sp>
      <p:sp>
        <p:nvSpPr>
          <p:cNvPr id="8" name="Text 6"/>
          <p:cNvSpPr/>
          <p:nvPr/>
        </p:nvSpPr>
        <p:spPr>
          <a:xfrm>
            <a:off x="5429964" y="2593271"/>
            <a:ext cx="3828574" cy="1974056"/>
          </a:xfrm>
          <a:prstGeom prst="rect">
            <a:avLst/>
          </a:prstGeom>
          <a:noFill/>
          <a:ln/>
        </p:spPr>
        <p:txBody>
          <a:bodyPr wrap="square" lIns="0" tIns="0" rIns="0" bIns="0" rtlCol="0" anchor="t"/>
          <a:lstStyle/>
          <a:p>
            <a:pPr marL="0" indent="0" algn="l">
              <a:lnSpc>
                <a:spcPts val="3100"/>
              </a:lnSpc>
              <a:buNone/>
            </a:pPr>
            <a:r>
              <a:rPr lang="en-US" sz="1600" b="1" dirty="0">
                <a:solidFill>
                  <a:schemeClr val="bg1"/>
                </a:solidFill>
                <a:latin typeface="Cambria Math" panose="02040503050406030204" pitchFamily="18" charset="0"/>
                <a:ea typeface="Cambria Math" panose="02040503050406030204" pitchFamily="18" charset="0"/>
              </a:rPr>
              <a:t>Dai, Z., </a:t>
            </a:r>
            <a:r>
              <a:rPr lang="en-US" sz="1600" b="1" dirty="0" err="1">
                <a:solidFill>
                  <a:schemeClr val="bg1"/>
                </a:solidFill>
                <a:latin typeface="Cambria Math" panose="02040503050406030204" pitchFamily="18" charset="0"/>
                <a:ea typeface="Cambria Math" panose="02040503050406030204" pitchFamily="18" charset="0"/>
              </a:rPr>
              <a:t>Lv</a:t>
            </a:r>
            <a:r>
              <a:rPr lang="en-US" sz="1600" b="1" dirty="0">
                <a:solidFill>
                  <a:schemeClr val="bg1"/>
                </a:solidFill>
                <a:latin typeface="Cambria Math" panose="02040503050406030204" pitchFamily="18" charset="0"/>
                <a:ea typeface="Cambria Math" panose="02040503050406030204" pitchFamily="18" charset="0"/>
              </a:rPr>
              <a:t>, S., &amp; Zhang, Q.</a:t>
            </a:r>
            <a:r>
              <a:rPr lang="en-US" sz="1600" dirty="0">
                <a:solidFill>
                  <a:schemeClr val="bg1"/>
                </a:solidFill>
                <a:latin typeface="Cambria Math" panose="02040503050406030204" pitchFamily="18" charset="0"/>
                <a:ea typeface="Cambria Math" panose="02040503050406030204" pitchFamily="18" charset="0"/>
              </a:rPr>
              <a:t> (2024). </a:t>
            </a:r>
            <a:r>
              <a:rPr lang="en-US" sz="1600" i="1" dirty="0">
                <a:solidFill>
                  <a:schemeClr val="bg1"/>
                </a:solidFill>
                <a:latin typeface="Cambria Math" panose="02040503050406030204" pitchFamily="18" charset="0"/>
                <a:ea typeface="Cambria Math" panose="02040503050406030204" pitchFamily="18" charset="0"/>
              </a:rPr>
              <a:t>A programming learning engagement assessment model and teaching application based on online judgement system</a:t>
            </a:r>
            <a:r>
              <a:rPr lang="en-US" sz="1600" dirty="0">
                <a:solidFill>
                  <a:schemeClr val="bg1"/>
                </a:solidFill>
                <a:latin typeface="Cambria Math" panose="02040503050406030204" pitchFamily="18" charset="0"/>
                <a:ea typeface="Cambria Math" panose="02040503050406030204" pitchFamily="18" charset="0"/>
              </a:rPr>
              <a:t>. </a:t>
            </a:r>
            <a:r>
              <a:rPr lang="en-US" sz="1600" i="1" dirty="0">
                <a:solidFill>
                  <a:schemeClr val="bg1"/>
                </a:solidFill>
                <a:latin typeface="Cambria Math" panose="02040503050406030204" pitchFamily="18" charset="0"/>
                <a:ea typeface="Cambria Math" panose="02040503050406030204" pitchFamily="18" charset="0"/>
              </a:rPr>
              <a:t>Frontiers in Educational Research, 7</a:t>
            </a:r>
            <a:r>
              <a:rPr lang="en-US" sz="1600" dirty="0">
                <a:solidFill>
                  <a:schemeClr val="bg1"/>
                </a:solidFill>
                <a:latin typeface="Cambria Math" panose="02040503050406030204" pitchFamily="18" charset="0"/>
                <a:ea typeface="Cambria Math" panose="02040503050406030204" pitchFamily="18" charset="0"/>
              </a:rPr>
              <a:t>(2), 45-52.</a:t>
            </a:r>
          </a:p>
        </p:txBody>
      </p:sp>
      <p:sp>
        <p:nvSpPr>
          <p:cNvPr id="9" name="Shape 7"/>
          <p:cNvSpPr/>
          <p:nvPr/>
        </p:nvSpPr>
        <p:spPr>
          <a:xfrm>
            <a:off x="9630132" y="1956435"/>
            <a:ext cx="4136350" cy="3062168"/>
          </a:xfrm>
          <a:prstGeom prst="roundRect">
            <a:avLst>
              <a:gd name="adj" fmla="val 3385"/>
            </a:avLst>
          </a:prstGeom>
          <a:solidFill>
            <a:schemeClr val="tx2">
              <a:lumMod val="50000"/>
              <a:alpha val="95000"/>
            </a:schemeClr>
          </a:solidFill>
          <a:ln w="30480">
            <a:solidFill>
              <a:schemeClr val="bg1"/>
            </a:solidFill>
            <a:prstDash val="solid"/>
          </a:ln>
        </p:spPr>
      </p:sp>
      <p:sp>
        <p:nvSpPr>
          <p:cNvPr id="10" name="Text 8"/>
          <p:cNvSpPr/>
          <p:nvPr/>
        </p:nvSpPr>
        <p:spPr>
          <a:xfrm>
            <a:off x="9907429" y="2233732"/>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Reference 3</a:t>
            </a:r>
            <a:endParaRPr lang="en-US" sz="2400" dirty="0"/>
          </a:p>
        </p:txBody>
      </p:sp>
      <p:sp>
        <p:nvSpPr>
          <p:cNvPr id="11" name="Text 9"/>
          <p:cNvSpPr/>
          <p:nvPr/>
        </p:nvSpPr>
        <p:spPr>
          <a:xfrm>
            <a:off x="9829981" y="2619256"/>
            <a:ext cx="3736652" cy="1974056"/>
          </a:xfrm>
          <a:prstGeom prst="rect">
            <a:avLst/>
          </a:prstGeom>
          <a:noFill/>
          <a:ln/>
        </p:spPr>
        <p:txBody>
          <a:bodyPr wrap="square" lIns="0" tIns="0" rIns="0" bIns="0" rtlCol="0" anchor="t"/>
          <a:lstStyle/>
          <a:p>
            <a:pPr marL="0" indent="0" algn="l">
              <a:lnSpc>
                <a:spcPts val="3100"/>
              </a:lnSpc>
              <a:buNone/>
            </a:pPr>
            <a:r>
              <a:rPr lang="en-US" sz="1600" b="1" dirty="0" err="1">
                <a:solidFill>
                  <a:schemeClr val="bg1"/>
                </a:solidFill>
                <a:latin typeface="Cambria Math" panose="02040503050406030204" pitchFamily="18" charset="0"/>
                <a:ea typeface="Cambria Math" panose="02040503050406030204" pitchFamily="18" charset="0"/>
              </a:rPr>
              <a:t>Nnadi</a:t>
            </a:r>
            <a:r>
              <a:rPr lang="en-US" sz="1600" b="1" dirty="0">
                <a:solidFill>
                  <a:schemeClr val="bg1"/>
                </a:solidFill>
                <a:latin typeface="Cambria Math" panose="02040503050406030204" pitchFamily="18" charset="0"/>
                <a:ea typeface="Cambria Math" panose="02040503050406030204" pitchFamily="18" charset="0"/>
              </a:rPr>
              <a:t>, L. C., Ding, D., &amp; </a:t>
            </a:r>
            <a:r>
              <a:rPr lang="en-US" sz="1600" b="1" dirty="0" err="1">
                <a:solidFill>
                  <a:schemeClr val="bg1"/>
                </a:solidFill>
                <a:latin typeface="Cambria Math" panose="02040503050406030204" pitchFamily="18" charset="0"/>
                <a:ea typeface="Cambria Math" panose="02040503050406030204" pitchFamily="18" charset="0"/>
              </a:rPr>
              <a:t>Muepu</a:t>
            </a:r>
            <a:r>
              <a:rPr lang="en-US" sz="1600" b="1" dirty="0">
                <a:solidFill>
                  <a:schemeClr val="bg1"/>
                </a:solidFill>
                <a:latin typeface="Cambria Math" panose="02040503050406030204" pitchFamily="18" charset="0"/>
                <a:ea typeface="Cambria Math" panose="02040503050406030204" pitchFamily="18" charset="0"/>
              </a:rPr>
              <a:t>, D. M.</a:t>
            </a:r>
            <a:r>
              <a:rPr lang="en-US" sz="1600" dirty="0">
                <a:solidFill>
                  <a:schemeClr val="bg1"/>
                </a:solidFill>
                <a:latin typeface="Cambria Math" panose="02040503050406030204" pitchFamily="18" charset="0"/>
                <a:ea typeface="Cambria Math" panose="02040503050406030204" pitchFamily="18" charset="0"/>
              </a:rPr>
              <a:t> (2024). </a:t>
            </a:r>
            <a:r>
              <a:rPr lang="en-US" sz="1600" i="1" dirty="0">
                <a:solidFill>
                  <a:schemeClr val="bg1"/>
                </a:solidFill>
                <a:latin typeface="Cambria Math" panose="02040503050406030204" pitchFamily="18" charset="0"/>
                <a:ea typeface="Cambria Math" panose="02040503050406030204" pitchFamily="18" charset="0"/>
              </a:rPr>
              <a:t>Analyzing student interactions in online judge systems with explainable artificial intelligence</a:t>
            </a:r>
            <a:r>
              <a:rPr lang="en-US" sz="1600" dirty="0">
                <a:solidFill>
                  <a:schemeClr val="bg1"/>
                </a:solidFill>
                <a:latin typeface="Cambria Math" panose="02040503050406030204" pitchFamily="18" charset="0"/>
                <a:ea typeface="Cambria Math" panose="02040503050406030204" pitchFamily="18" charset="0"/>
              </a:rPr>
              <a:t>. </a:t>
            </a:r>
            <a:r>
              <a:rPr lang="en-US" sz="1600" i="1" dirty="0">
                <a:solidFill>
                  <a:schemeClr val="bg1"/>
                </a:solidFill>
                <a:latin typeface="Cambria Math" panose="02040503050406030204" pitchFamily="18" charset="0"/>
                <a:ea typeface="Cambria Math" panose="02040503050406030204" pitchFamily="18" charset="0"/>
              </a:rPr>
              <a:t>International Journal of Artificial Intelligence in Education, 34</a:t>
            </a:r>
            <a:r>
              <a:rPr lang="en-US" sz="1600" dirty="0">
                <a:solidFill>
                  <a:schemeClr val="bg1"/>
                </a:solidFill>
                <a:latin typeface="Cambria Math" panose="02040503050406030204" pitchFamily="18" charset="0"/>
                <a:ea typeface="Cambria Math" panose="02040503050406030204" pitchFamily="18" charset="0"/>
              </a:rPr>
              <a:t>(1), 200-224.</a:t>
            </a:r>
          </a:p>
        </p:txBody>
      </p:sp>
      <p:sp>
        <p:nvSpPr>
          <p:cNvPr id="12" name="Shape 10"/>
          <p:cNvSpPr/>
          <p:nvPr/>
        </p:nvSpPr>
        <p:spPr>
          <a:xfrm>
            <a:off x="863798" y="5265420"/>
            <a:ext cx="6327934" cy="2272546"/>
          </a:xfrm>
          <a:prstGeom prst="roundRect">
            <a:avLst>
              <a:gd name="adj" fmla="val 4562"/>
            </a:avLst>
          </a:prstGeom>
          <a:solidFill>
            <a:schemeClr val="tx2">
              <a:lumMod val="50000"/>
              <a:alpha val="95000"/>
            </a:schemeClr>
          </a:solidFill>
          <a:ln w="30480">
            <a:solidFill>
              <a:schemeClr val="bg1"/>
            </a:solidFill>
            <a:prstDash val="solid"/>
          </a:ln>
        </p:spPr>
      </p:sp>
      <p:sp>
        <p:nvSpPr>
          <p:cNvPr id="13" name="Text 11"/>
          <p:cNvSpPr/>
          <p:nvPr/>
        </p:nvSpPr>
        <p:spPr>
          <a:xfrm>
            <a:off x="1141095" y="5542717"/>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Reference 4</a:t>
            </a:r>
            <a:endParaRPr lang="en-US" sz="2400" dirty="0"/>
          </a:p>
        </p:txBody>
      </p:sp>
      <p:sp>
        <p:nvSpPr>
          <p:cNvPr id="14" name="Text 12"/>
          <p:cNvSpPr/>
          <p:nvPr/>
        </p:nvSpPr>
        <p:spPr>
          <a:xfrm>
            <a:off x="1046798" y="6076236"/>
            <a:ext cx="6020157" cy="789622"/>
          </a:xfrm>
          <a:prstGeom prst="rect">
            <a:avLst/>
          </a:prstGeom>
          <a:noFill/>
          <a:ln/>
        </p:spPr>
        <p:txBody>
          <a:bodyPr wrap="square" lIns="0" tIns="0" rIns="0" bIns="0" rtlCol="0" anchor="t"/>
          <a:lstStyle/>
          <a:p>
            <a:pPr marL="0" indent="0" algn="l">
              <a:lnSpc>
                <a:spcPts val="3100"/>
              </a:lnSpc>
              <a:buNone/>
            </a:pPr>
            <a:r>
              <a:rPr lang="en-US" sz="2000" b="1" dirty="0" err="1">
                <a:solidFill>
                  <a:schemeClr val="bg1"/>
                </a:solidFill>
                <a:latin typeface="Cambria Math" panose="02040503050406030204" pitchFamily="18" charset="0"/>
                <a:ea typeface="Cambria Math" panose="02040503050406030204" pitchFamily="18" charset="0"/>
              </a:rPr>
              <a:t>Prins</a:t>
            </a:r>
            <a:r>
              <a:rPr lang="en-US" sz="2000" b="1" dirty="0">
                <a:solidFill>
                  <a:schemeClr val="bg1"/>
                </a:solidFill>
                <a:latin typeface="Cambria Math" panose="02040503050406030204" pitchFamily="18" charset="0"/>
                <a:ea typeface="Cambria Math" panose="02040503050406030204" pitchFamily="18" charset="0"/>
              </a:rPr>
              <a:t>, T., </a:t>
            </a:r>
            <a:r>
              <a:rPr lang="en-US" sz="2000" b="1" dirty="0" err="1">
                <a:solidFill>
                  <a:schemeClr val="bg1"/>
                </a:solidFill>
                <a:latin typeface="Cambria Math" panose="02040503050406030204" pitchFamily="18" charset="0"/>
                <a:ea typeface="Cambria Math" panose="02040503050406030204" pitchFamily="18" charset="0"/>
              </a:rPr>
              <a:t>VanVossen</a:t>
            </a:r>
            <a:r>
              <a:rPr lang="en-US" sz="2000" b="1" dirty="0">
                <a:solidFill>
                  <a:schemeClr val="bg1"/>
                </a:solidFill>
                <a:latin typeface="Cambria Math" panose="02040503050406030204" pitchFamily="18" charset="0"/>
                <a:ea typeface="Cambria Math" panose="02040503050406030204" pitchFamily="18" charset="0"/>
              </a:rPr>
              <a:t>, R., &amp; Barnett, T.</a:t>
            </a:r>
            <a:r>
              <a:rPr lang="en-US" sz="2000" dirty="0">
                <a:solidFill>
                  <a:schemeClr val="bg1"/>
                </a:solidFill>
                <a:latin typeface="Cambria Math" panose="02040503050406030204" pitchFamily="18" charset="0"/>
                <a:ea typeface="Cambria Math" panose="02040503050406030204" pitchFamily="18" charset="0"/>
              </a:rPr>
              <a:t> (2022). </a:t>
            </a:r>
            <a:r>
              <a:rPr lang="en-US" sz="2000" i="1" dirty="0">
                <a:solidFill>
                  <a:schemeClr val="bg1"/>
                </a:solidFill>
                <a:latin typeface="Cambria Math" panose="02040503050406030204" pitchFamily="18" charset="0"/>
                <a:ea typeface="Cambria Math" panose="02040503050406030204" pitchFamily="18" charset="0"/>
              </a:rPr>
              <a:t>Containerization in embedded trusted computing</a:t>
            </a:r>
            <a:r>
              <a:rPr lang="en-US" sz="2000" dirty="0">
                <a:solidFill>
                  <a:schemeClr val="bg1"/>
                </a:solidFill>
                <a:latin typeface="Cambria Math" panose="02040503050406030204" pitchFamily="18" charset="0"/>
                <a:ea typeface="Cambria Math" panose="02040503050406030204" pitchFamily="18" charset="0"/>
              </a:rPr>
              <a:t>. </a:t>
            </a:r>
            <a:r>
              <a:rPr lang="en-US" sz="2000" i="1" dirty="0">
                <a:solidFill>
                  <a:schemeClr val="bg1"/>
                </a:solidFill>
                <a:latin typeface="Cambria Math" panose="02040503050406030204" pitchFamily="18" charset="0"/>
                <a:ea typeface="Cambria Math" panose="02040503050406030204" pitchFamily="18" charset="0"/>
              </a:rPr>
              <a:t>SAE Technical Papers</a:t>
            </a:r>
            <a:r>
              <a:rPr lang="en-US" sz="2000" dirty="0">
                <a:solidFill>
                  <a:schemeClr val="bg1"/>
                </a:solidFill>
                <a:latin typeface="Cambria Math" panose="02040503050406030204" pitchFamily="18" charset="0"/>
                <a:ea typeface="Cambria Math" panose="02040503050406030204" pitchFamily="18" charset="0"/>
              </a:rPr>
              <a:t>, 2022-01-0045.</a:t>
            </a:r>
            <a:endParaRPr lang="en-US" sz="1900" dirty="0">
              <a:solidFill>
                <a:schemeClr val="bg1"/>
              </a:solidFill>
              <a:latin typeface="Cambria Math" panose="02040503050406030204" pitchFamily="18" charset="0"/>
              <a:ea typeface="Cambria Math" panose="02040503050406030204" pitchFamily="18" charset="0"/>
            </a:endParaRPr>
          </a:p>
        </p:txBody>
      </p:sp>
      <p:sp>
        <p:nvSpPr>
          <p:cNvPr id="15" name="Shape 13"/>
          <p:cNvSpPr/>
          <p:nvPr/>
        </p:nvSpPr>
        <p:spPr>
          <a:xfrm>
            <a:off x="7438549" y="5265420"/>
            <a:ext cx="6327934" cy="2272546"/>
          </a:xfrm>
          <a:prstGeom prst="roundRect">
            <a:avLst>
              <a:gd name="adj" fmla="val 4562"/>
            </a:avLst>
          </a:prstGeom>
          <a:solidFill>
            <a:schemeClr val="tx2">
              <a:lumMod val="50000"/>
              <a:alpha val="95000"/>
            </a:schemeClr>
          </a:solidFill>
          <a:ln w="30480">
            <a:solidFill>
              <a:schemeClr val="bg1"/>
            </a:solidFill>
            <a:prstDash val="solid"/>
          </a:ln>
        </p:spPr>
      </p:sp>
      <p:sp>
        <p:nvSpPr>
          <p:cNvPr id="16" name="Text 14"/>
          <p:cNvSpPr/>
          <p:nvPr/>
        </p:nvSpPr>
        <p:spPr>
          <a:xfrm>
            <a:off x="7715845" y="5542717"/>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Reference 5</a:t>
            </a:r>
            <a:endParaRPr lang="en-US" sz="2400" dirty="0"/>
          </a:p>
        </p:txBody>
      </p:sp>
      <p:sp>
        <p:nvSpPr>
          <p:cNvPr id="17" name="Text 15"/>
          <p:cNvSpPr/>
          <p:nvPr/>
        </p:nvSpPr>
        <p:spPr>
          <a:xfrm>
            <a:off x="7577197" y="5935356"/>
            <a:ext cx="6050637" cy="1184434"/>
          </a:xfrm>
          <a:prstGeom prst="rect">
            <a:avLst/>
          </a:prstGeom>
          <a:noFill/>
          <a:ln/>
        </p:spPr>
        <p:txBody>
          <a:bodyPr wrap="square" lIns="0" tIns="0" rIns="0" bIns="0" rtlCol="0" anchor="t"/>
          <a:lstStyle/>
          <a:p>
            <a:pPr marL="0" indent="0" algn="l">
              <a:lnSpc>
                <a:spcPts val="3100"/>
              </a:lnSpc>
              <a:buNone/>
            </a:pPr>
            <a:r>
              <a:rPr lang="en-US" sz="2000" b="1" dirty="0">
                <a:solidFill>
                  <a:schemeClr val="bg1"/>
                </a:solidFill>
                <a:latin typeface="Cambria Math" panose="02040503050406030204" pitchFamily="18" charset="0"/>
                <a:ea typeface="Cambria Math" panose="02040503050406030204" pitchFamily="18" charset="0"/>
              </a:rPr>
              <a:t>Wu, J., Li, Y., &amp; Chen, H.</a:t>
            </a:r>
            <a:r>
              <a:rPr lang="en-US" sz="2000" dirty="0">
                <a:solidFill>
                  <a:schemeClr val="bg1"/>
                </a:solidFill>
                <a:latin typeface="Cambria Math" panose="02040503050406030204" pitchFamily="18" charset="0"/>
                <a:ea typeface="Cambria Math" panose="02040503050406030204" pitchFamily="18" charset="0"/>
              </a:rPr>
              <a:t> (2024). </a:t>
            </a:r>
            <a:r>
              <a:rPr lang="en-US" sz="2000" i="1" dirty="0">
                <a:solidFill>
                  <a:schemeClr val="bg1"/>
                </a:solidFill>
                <a:latin typeface="Cambria Math" panose="02040503050406030204" pitchFamily="18" charset="0"/>
                <a:ea typeface="Cambria Math" panose="02040503050406030204" pitchFamily="18" charset="0"/>
              </a:rPr>
              <a:t>A cloud-native online judge system: Design and implementation</a:t>
            </a:r>
            <a:r>
              <a:rPr lang="en-US" sz="2000" dirty="0">
                <a:solidFill>
                  <a:schemeClr val="bg1"/>
                </a:solidFill>
                <a:latin typeface="Cambria Math" panose="02040503050406030204" pitchFamily="18" charset="0"/>
                <a:ea typeface="Cambria Math" panose="02040503050406030204" pitchFamily="18" charset="0"/>
              </a:rPr>
              <a:t>. </a:t>
            </a:r>
            <a:r>
              <a:rPr lang="en-US" sz="2000" i="1" dirty="0">
                <a:solidFill>
                  <a:schemeClr val="bg1"/>
                </a:solidFill>
                <a:latin typeface="Cambria Math" panose="02040503050406030204" pitchFamily="18" charset="0"/>
                <a:ea typeface="Cambria Math" panose="02040503050406030204" pitchFamily="18" charset="0"/>
              </a:rPr>
              <a:t>IEEE Transactions on Learning Technologies, 17</a:t>
            </a:r>
            <a:r>
              <a:rPr lang="en-US" sz="2000" dirty="0">
                <a:solidFill>
                  <a:schemeClr val="bg1"/>
                </a:solidFill>
                <a:latin typeface="Cambria Math" panose="02040503050406030204" pitchFamily="18" charset="0"/>
                <a:ea typeface="Cambria Math" panose="02040503050406030204" pitchFamily="18" charset="0"/>
              </a:rPr>
              <a:t>, 345-358.</a:t>
            </a:r>
            <a:endParaRPr lang="en-US" sz="1900" dirty="0">
              <a:solidFill>
                <a:schemeClr val="bg1"/>
              </a:solidFill>
              <a:latin typeface="Cambria Math" panose="02040503050406030204" pitchFamily="18" charset="0"/>
              <a:ea typeface="Cambria Math" panose="020405030504060302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84ACB6"/>
      </a:dk2>
      <a:lt2>
        <a:srgbClr val="EBE9DD"/>
      </a:lt2>
      <a:accent1>
        <a:srgbClr val="6F8183"/>
      </a:accent1>
      <a:accent2>
        <a:srgbClr val="967E96"/>
      </a:accent2>
      <a:accent3>
        <a:srgbClr val="CCC893"/>
      </a:accent3>
      <a:accent4>
        <a:srgbClr val="A54D74"/>
      </a:accent4>
      <a:accent5>
        <a:srgbClr val="949C6B"/>
      </a:accent5>
      <a:accent6>
        <a:srgbClr val="766A50"/>
      </a:accent6>
      <a:hlink>
        <a:srgbClr val="CC6600"/>
      </a:hlink>
      <a:folHlink>
        <a:srgbClr val="777777"/>
      </a:folHlink>
    </a:clrScheme>
    <a:fontScheme name="Wood 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man Old Style" panose="02050604050505020204"/>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8E89CD47-BF55-4DDE-B823-2283AA7E76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286</TotalTime>
  <Words>977</Words>
  <Application>Microsoft Office PowerPoint</Application>
  <PresentationFormat>Custom</PresentationFormat>
  <Paragraphs>93</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Cambria Math</vt:lpstr>
      <vt:lpstr>Merriweather</vt:lpstr>
      <vt:lpstr>Century Gothic</vt:lpstr>
      <vt:lpstr>Bookman Old Style</vt:lpstr>
      <vt:lpstr>Wingdings</vt:lpstr>
      <vt:lpstr>Wood Type</vt:lpstr>
      <vt:lpstr>Project Proposal Defense On a Topic:  Design and Implementation Of an Online Code Compiler and Judging System for Programming Practices  Faculty of Science and Computing  Department of Computer Science  North Eastern University Gombe.  Name: Fatima Zakiyya Ali.  Matric No : NEU/22/23/IFT/00234.  Supervisor: Mrs. Hauwa Abubakar Bello.  Date: 31th January,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THINKPAD</dc:creator>
  <cp:lastModifiedBy>Zakiya Ali</cp:lastModifiedBy>
  <cp:revision>2</cp:revision>
  <dcterms:created xsi:type="dcterms:W3CDTF">2026-01-30T18:48:17Z</dcterms:created>
  <dcterms:modified xsi:type="dcterms:W3CDTF">2026-02-06T03:39:08Z</dcterms:modified>
</cp:coreProperties>
</file>